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7"/>
  </p:notesMasterIdLst>
  <p:sldIdLst>
    <p:sldId id="335" r:id="rId2"/>
    <p:sldId id="336" r:id="rId3"/>
    <p:sldId id="302" r:id="rId4"/>
    <p:sldId id="337" r:id="rId5"/>
    <p:sldId id="338" r:id="rId6"/>
    <p:sldId id="339" r:id="rId7"/>
    <p:sldId id="340" r:id="rId8"/>
    <p:sldId id="307" r:id="rId9"/>
    <p:sldId id="341" r:id="rId10"/>
    <p:sldId id="342" r:id="rId11"/>
    <p:sldId id="343" r:id="rId12"/>
    <p:sldId id="344" r:id="rId13"/>
    <p:sldId id="312" r:id="rId14"/>
    <p:sldId id="345" r:id="rId15"/>
    <p:sldId id="346" r:id="rId16"/>
    <p:sldId id="347" r:id="rId17"/>
    <p:sldId id="348" r:id="rId18"/>
    <p:sldId id="349" r:id="rId19"/>
    <p:sldId id="350" r:id="rId20"/>
    <p:sldId id="351" r:id="rId21"/>
    <p:sldId id="320" r:id="rId22"/>
    <p:sldId id="352" r:id="rId23"/>
    <p:sldId id="353" r:id="rId24"/>
    <p:sldId id="354" r:id="rId25"/>
    <p:sldId id="355" r:id="rId26"/>
    <p:sldId id="325" r:id="rId27"/>
    <p:sldId id="356" r:id="rId28"/>
    <p:sldId id="357" r:id="rId29"/>
    <p:sldId id="358" r:id="rId30"/>
    <p:sldId id="359" r:id="rId31"/>
    <p:sldId id="360" r:id="rId32"/>
    <p:sldId id="361" r:id="rId33"/>
    <p:sldId id="362" r:id="rId34"/>
    <p:sldId id="363" r:id="rId35"/>
    <p:sldId id="364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106271-B371-404D-90CE-DD97D53E5893}" v="2" dt="2026-10-05T08:35:25.9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3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FAT AL MAMUN RUDRO" userId="24b27b9a-aab3-4351-8aca-a88306e0f932" providerId="ADAL" clId="{DB9BBBDC-F455-4572-BF35-B25E0968203C}"/>
    <pc:docChg chg="custSel addSld delSld modSld addMainMaster delMainMaster">
      <pc:chgData name="RIFAT AL MAMUN RUDRO" userId="24b27b9a-aab3-4351-8aca-a88306e0f932" providerId="ADAL" clId="{DB9BBBDC-F455-4572-BF35-B25E0968203C}" dt="2026-10-05T08:36:19.034" v="169"/>
      <pc:docMkLst>
        <pc:docMk/>
      </pc:docMkLst>
      <pc:sldChg chg="del">
        <pc:chgData name="RIFAT AL MAMUN RUDRO" userId="24b27b9a-aab3-4351-8aca-a88306e0f932" providerId="ADAL" clId="{DB9BBBDC-F455-4572-BF35-B25E0968203C}" dt="2026-10-05T02:01:39.339" v="1"/>
        <pc:sldMkLst>
          <pc:docMk/>
          <pc:sldMk cId="0" sldId="256"/>
        </pc:sldMkLst>
      </pc:sldChg>
      <pc:sldChg chg="del mod modClrScheme chgLayout">
        <pc:chgData name="RIFAT AL MAMUN RUDRO" userId="24b27b9a-aab3-4351-8aca-a88306e0f932" providerId="ADAL" clId="{DB9BBBDC-F455-4572-BF35-B25E0968203C}" dt="2026-10-05T02:02:19.397" v="43"/>
        <pc:sldMkLst>
          <pc:docMk/>
          <pc:sldMk cId="0" sldId="257"/>
        </pc:sldMkLst>
      </pc:sldChg>
      <pc:sldChg chg="del mod modClrScheme chgLayout">
        <pc:chgData name="RIFAT AL MAMUN RUDRO" userId="24b27b9a-aab3-4351-8aca-a88306e0f932" providerId="ADAL" clId="{DB9BBBDC-F455-4572-BF35-B25E0968203C}" dt="2026-10-05T02:02:27.993" v="45"/>
        <pc:sldMkLst>
          <pc:docMk/>
          <pc:sldMk cId="0" sldId="258"/>
        </pc:sldMkLst>
      </pc:sldChg>
      <pc:sldChg chg="del mod modClrScheme chgLayout">
        <pc:chgData name="RIFAT AL MAMUN RUDRO" userId="24b27b9a-aab3-4351-8aca-a88306e0f932" providerId="ADAL" clId="{DB9BBBDC-F455-4572-BF35-B25E0968203C}" dt="2026-10-05T02:02:44.092" v="47"/>
        <pc:sldMkLst>
          <pc:docMk/>
          <pc:sldMk cId="0" sldId="259"/>
        </pc:sldMkLst>
      </pc:sldChg>
      <pc:sldChg chg="del mod modClrScheme chgLayout">
        <pc:chgData name="RIFAT AL MAMUN RUDRO" userId="24b27b9a-aab3-4351-8aca-a88306e0f932" providerId="ADAL" clId="{DB9BBBDC-F455-4572-BF35-B25E0968203C}" dt="2026-10-05T02:02:45.469" v="49"/>
        <pc:sldMkLst>
          <pc:docMk/>
          <pc:sldMk cId="0" sldId="260"/>
        </pc:sldMkLst>
      </pc:sldChg>
      <pc:sldChg chg="del mod modClrScheme chgLayout">
        <pc:chgData name="RIFAT AL MAMUN RUDRO" userId="24b27b9a-aab3-4351-8aca-a88306e0f932" providerId="ADAL" clId="{DB9BBBDC-F455-4572-BF35-B25E0968203C}" dt="2026-10-05T02:02:46.789" v="51"/>
        <pc:sldMkLst>
          <pc:docMk/>
          <pc:sldMk cId="0" sldId="261"/>
        </pc:sldMkLst>
      </pc:sldChg>
      <pc:sldChg chg="del mod modClrScheme chgLayout">
        <pc:chgData name="RIFAT AL MAMUN RUDRO" userId="24b27b9a-aab3-4351-8aca-a88306e0f932" providerId="ADAL" clId="{DB9BBBDC-F455-4572-BF35-B25E0968203C}" dt="2026-10-05T02:02:48.186" v="53"/>
        <pc:sldMkLst>
          <pc:docMk/>
          <pc:sldMk cId="0" sldId="262"/>
        </pc:sldMkLst>
      </pc:sldChg>
      <pc:sldChg chg="del mod modClrScheme chgLayout">
        <pc:chgData name="RIFAT AL MAMUN RUDRO" userId="24b27b9a-aab3-4351-8aca-a88306e0f932" providerId="ADAL" clId="{DB9BBBDC-F455-4572-BF35-B25E0968203C}" dt="2026-10-05T02:02:58.011" v="55"/>
        <pc:sldMkLst>
          <pc:docMk/>
          <pc:sldMk cId="0" sldId="263"/>
        </pc:sldMkLst>
      </pc:sldChg>
      <pc:sldChg chg="del mod modClrScheme chgLayout">
        <pc:chgData name="RIFAT AL MAMUN RUDRO" userId="24b27b9a-aab3-4351-8aca-a88306e0f932" providerId="ADAL" clId="{DB9BBBDC-F455-4572-BF35-B25E0968203C}" dt="2026-10-05T02:02:59.434" v="57"/>
        <pc:sldMkLst>
          <pc:docMk/>
          <pc:sldMk cId="0" sldId="264"/>
        </pc:sldMkLst>
      </pc:sldChg>
      <pc:sldChg chg="del mod modClrScheme chgLayout">
        <pc:chgData name="RIFAT AL MAMUN RUDRO" userId="24b27b9a-aab3-4351-8aca-a88306e0f932" providerId="ADAL" clId="{DB9BBBDC-F455-4572-BF35-B25E0968203C}" dt="2026-10-05T02:03:01.330" v="59"/>
        <pc:sldMkLst>
          <pc:docMk/>
          <pc:sldMk cId="0" sldId="265"/>
        </pc:sldMkLst>
      </pc:sldChg>
      <pc:sldChg chg="del mod modClrScheme chgLayout">
        <pc:chgData name="RIFAT AL MAMUN RUDRO" userId="24b27b9a-aab3-4351-8aca-a88306e0f932" providerId="ADAL" clId="{DB9BBBDC-F455-4572-BF35-B25E0968203C}" dt="2026-10-05T02:03:02.705" v="61"/>
        <pc:sldMkLst>
          <pc:docMk/>
          <pc:sldMk cId="0" sldId="266"/>
        </pc:sldMkLst>
      </pc:sldChg>
      <pc:sldChg chg="del mod modClrScheme chgLayout">
        <pc:chgData name="RIFAT AL MAMUN RUDRO" userId="24b27b9a-aab3-4351-8aca-a88306e0f932" providerId="ADAL" clId="{DB9BBBDC-F455-4572-BF35-B25E0968203C}" dt="2026-10-05T02:03:03.697" v="63"/>
        <pc:sldMkLst>
          <pc:docMk/>
          <pc:sldMk cId="0" sldId="267"/>
        </pc:sldMkLst>
      </pc:sldChg>
      <pc:sldChg chg="del mod modClrScheme chgLayout">
        <pc:chgData name="RIFAT AL MAMUN RUDRO" userId="24b27b9a-aab3-4351-8aca-a88306e0f932" providerId="ADAL" clId="{DB9BBBDC-F455-4572-BF35-B25E0968203C}" dt="2026-10-05T02:03:12.699" v="65"/>
        <pc:sldMkLst>
          <pc:docMk/>
          <pc:sldMk cId="0" sldId="268"/>
        </pc:sldMkLst>
      </pc:sldChg>
      <pc:sldChg chg="del mod modClrScheme chgLayout">
        <pc:chgData name="RIFAT AL MAMUN RUDRO" userId="24b27b9a-aab3-4351-8aca-a88306e0f932" providerId="ADAL" clId="{DB9BBBDC-F455-4572-BF35-B25E0968203C}" dt="2026-10-05T02:03:14.157" v="67"/>
        <pc:sldMkLst>
          <pc:docMk/>
          <pc:sldMk cId="0" sldId="269"/>
        </pc:sldMkLst>
      </pc:sldChg>
      <pc:sldChg chg="del mod modClrScheme chgLayout">
        <pc:chgData name="RIFAT AL MAMUN RUDRO" userId="24b27b9a-aab3-4351-8aca-a88306e0f932" providerId="ADAL" clId="{DB9BBBDC-F455-4572-BF35-B25E0968203C}" dt="2026-10-05T02:03:15.632" v="69"/>
        <pc:sldMkLst>
          <pc:docMk/>
          <pc:sldMk cId="0" sldId="270"/>
        </pc:sldMkLst>
      </pc:sldChg>
      <pc:sldChg chg="del mod modClrScheme chgLayout">
        <pc:chgData name="RIFAT AL MAMUN RUDRO" userId="24b27b9a-aab3-4351-8aca-a88306e0f932" providerId="ADAL" clId="{DB9BBBDC-F455-4572-BF35-B25E0968203C}" dt="2026-10-05T02:03:17.098" v="71"/>
        <pc:sldMkLst>
          <pc:docMk/>
          <pc:sldMk cId="0" sldId="271"/>
        </pc:sldMkLst>
      </pc:sldChg>
      <pc:sldChg chg="del mod modClrScheme chgLayout">
        <pc:chgData name="RIFAT AL MAMUN RUDRO" userId="24b27b9a-aab3-4351-8aca-a88306e0f932" providerId="ADAL" clId="{DB9BBBDC-F455-4572-BF35-B25E0968203C}" dt="2026-10-05T02:03:18.570" v="73"/>
        <pc:sldMkLst>
          <pc:docMk/>
          <pc:sldMk cId="0" sldId="272"/>
        </pc:sldMkLst>
      </pc:sldChg>
      <pc:sldChg chg="del mod modClrScheme chgLayout">
        <pc:chgData name="RIFAT AL MAMUN RUDRO" userId="24b27b9a-aab3-4351-8aca-a88306e0f932" providerId="ADAL" clId="{DB9BBBDC-F455-4572-BF35-B25E0968203C}" dt="2026-10-05T02:03:19.924" v="75"/>
        <pc:sldMkLst>
          <pc:docMk/>
          <pc:sldMk cId="0" sldId="273"/>
        </pc:sldMkLst>
      </pc:sldChg>
      <pc:sldChg chg="del mod modClrScheme chgLayout">
        <pc:chgData name="RIFAT AL MAMUN RUDRO" userId="24b27b9a-aab3-4351-8aca-a88306e0f932" providerId="ADAL" clId="{DB9BBBDC-F455-4572-BF35-B25E0968203C}" dt="2026-10-05T02:03:24.702" v="77"/>
        <pc:sldMkLst>
          <pc:docMk/>
          <pc:sldMk cId="0" sldId="274"/>
        </pc:sldMkLst>
      </pc:sldChg>
      <pc:sldChg chg="del mod modClrScheme chgLayout">
        <pc:chgData name="RIFAT AL MAMUN RUDRO" userId="24b27b9a-aab3-4351-8aca-a88306e0f932" providerId="ADAL" clId="{DB9BBBDC-F455-4572-BF35-B25E0968203C}" dt="2026-10-05T02:03:25.901" v="79"/>
        <pc:sldMkLst>
          <pc:docMk/>
          <pc:sldMk cId="0" sldId="275"/>
        </pc:sldMkLst>
      </pc:sldChg>
      <pc:sldChg chg="del mod modClrScheme chgLayout">
        <pc:chgData name="RIFAT AL MAMUN RUDRO" userId="24b27b9a-aab3-4351-8aca-a88306e0f932" providerId="ADAL" clId="{DB9BBBDC-F455-4572-BF35-B25E0968203C}" dt="2026-10-05T02:03:32.454" v="81"/>
        <pc:sldMkLst>
          <pc:docMk/>
          <pc:sldMk cId="0" sldId="276"/>
        </pc:sldMkLst>
      </pc:sldChg>
      <pc:sldChg chg="del mod modClrScheme chgLayout">
        <pc:chgData name="RIFAT AL MAMUN RUDRO" userId="24b27b9a-aab3-4351-8aca-a88306e0f932" providerId="ADAL" clId="{DB9BBBDC-F455-4572-BF35-B25E0968203C}" dt="2026-10-05T02:03:33.917" v="83"/>
        <pc:sldMkLst>
          <pc:docMk/>
          <pc:sldMk cId="0" sldId="277"/>
        </pc:sldMkLst>
      </pc:sldChg>
      <pc:sldChg chg="del mod modClrScheme chgLayout">
        <pc:chgData name="RIFAT AL MAMUN RUDRO" userId="24b27b9a-aab3-4351-8aca-a88306e0f932" providerId="ADAL" clId="{DB9BBBDC-F455-4572-BF35-B25E0968203C}" dt="2026-10-05T02:03:35.456" v="85"/>
        <pc:sldMkLst>
          <pc:docMk/>
          <pc:sldMk cId="0" sldId="278"/>
        </pc:sldMkLst>
      </pc:sldChg>
      <pc:sldChg chg="del mod modClrScheme chgLayout">
        <pc:chgData name="RIFAT AL MAMUN RUDRO" userId="24b27b9a-aab3-4351-8aca-a88306e0f932" providerId="ADAL" clId="{DB9BBBDC-F455-4572-BF35-B25E0968203C}" dt="2026-10-05T02:03:36.699" v="87"/>
        <pc:sldMkLst>
          <pc:docMk/>
          <pc:sldMk cId="0" sldId="279"/>
        </pc:sldMkLst>
      </pc:sldChg>
      <pc:sldChg chg="del mod modClrScheme chgLayout">
        <pc:chgData name="RIFAT AL MAMUN RUDRO" userId="24b27b9a-aab3-4351-8aca-a88306e0f932" providerId="ADAL" clId="{DB9BBBDC-F455-4572-BF35-B25E0968203C}" dt="2026-10-05T02:03:45.107" v="89"/>
        <pc:sldMkLst>
          <pc:docMk/>
          <pc:sldMk cId="0" sldId="280"/>
        </pc:sldMkLst>
      </pc:sldChg>
      <pc:sldChg chg="del mod modClrScheme chgLayout">
        <pc:chgData name="RIFAT AL MAMUN RUDRO" userId="24b27b9a-aab3-4351-8aca-a88306e0f932" providerId="ADAL" clId="{DB9BBBDC-F455-4572-BF35-B25E0968203C}" dt="2026-10-05T02:03:51.620" v="91"/>
        <pc:sldMkLst>
          <pc:docMk/>
          <pc:sldMk cId="0" sldId="281"/>
        </pc:sldMkLst>
      </pc:sldChg>
      <pc:sldChg chg="del mod modClrScheme chgLayout">
        <pc:chgData name="RIFAT AL MAMUN RUDRO" userId="24b27b9a-aab3-4351-8aca-a88306e0f932" providerId="ADAL" clId="{DB9BBBDC-F455-4572-BF35-B25E0968203C}" dt="2026-10-05T02:03:53.037" v="93"/>
        <pc:sldMkLst>
          <pc:docMk/>
          <pc:sldMk cId="0" sldId="282"/>
        </pc:sldMkLst>
      </pc:sldChg>
      <pc:sldChg chg="del mod modClrScheme chgLayout">
        <pc:chgData name="RIFAT AL MAMUN RUDRO" userId="24b27b9a-aab3-4351-8aca-a88306e0f932" providerId="ADAL" clId="{DB9BBBDC-F455-4572-BF35-B25E0968203C}" dt="2026-10-05T02:03:54.605" v="95"/>
        <pc:sldMkLst>
          <pc:docMk/>
          <pc:sldMk cId="0" sldId="283"/>
        </pc:sldMkLst>
      </pc:sldChg>
      <pc:sldChg chg="del mod modClrScheme chgLayout">
        <pc:chgData name="RIFAT AL MAMUN RUDRO" userId="24b27b9a-aab3-4351-8aca-a88306e0f932" providerId="ADAL" clId="{DB9BBBDC-F455-4572-BF35-B25E0968203C}" dt="2026-10-05T02:03:56.059" v="97"/>
        <pc:sldMkLst>
          <pc:docMk/>
          <pc:sldMk cId="0" sldId="284"/>
        </pc:sldMkLst>
      </pc:sldChg>
      <pc:sldChg chg="del mod modClrScheme chgLayout">
        <pc:chgData name="RIFAT AL MAMUN RUDRO" userId="24b27b9a-aab3-4351-8aca-a88306e0f932" providerId="ADAL" clId="{DB9BBBDC-F455-4572-BF35-B25E0968203C}" dt="2026-10-05T02:03:57.405" v="99"/>
        <pc:sldMkLst>
          <pc:docMk/>
          <pc:sldMk cId="0" sldId="285"/>
        </pc:sldMkLst>
      </pc:sldChg>
      <pc:sldChg chg="del mod modClrScheme chgLayout">
        <pc:chgData name="RIFAT AL MAMUN RUDRO" userId="24b27b9a-aab3-4351-8aca-a88306e0f932" providerId="ADAL" clId="{DB9BBBDC-F455-4572-BF35-B25E0968203C}" dt="2026-10-05T02:04:01.955" v="101"/>
        <pc:sldMkLst>
          <pc:docMk/>
          <pc:sldMk cId="0" sldId="286"/>
        </pc:sldMkLst>
      </pc:sldChg>
      <pc:sldChg chg="del mod modClrScheme chgLayout">
        <pc:chgData name="RIFAT AL MAMUN RUDRO" userId="24b27b9a-aab3-4351-8aca-a88306e0f932" providerId="ADAL" clId="{DB9BBBDC-F455-4572-BF35-B25E0968203C}" dt="2026-10-05T02:04:03.207" v="103"/>
        <pc:sldMkLst>
          <pc:docMk/>
          <pc:sldMk cId="0" sldId="287"/>
        </pc:sldMkLst>
      </pc:sldChg>
      <pc:sldChg chg="del mod modClrScheme chgLayout">
        <pc:chgData name="RIFAT AL MAMUN RUDRO" userId="24b27b9a-aab3-4351-8aca-a88306e0f932" providerId="ADAL" clId="{DB9BBBDC-F455-4572-BF35-B25E0968203C}" dt="2026-10-05T02:04:04.693" v="105"/>
        <pc:sldMkLst>
          <pc:docMk/>
          <pc:sldMk cId="0" sldId="288"/>
        </pc:sldMkLst>
      </pc:sldChg>
      <pc:sldChg chg="del mod modClrScheme chgLayout">
        <pc:chgData name="RIFAT AL MAMUN RUDRO" userId="24b27b9a-aab3-4351-8aca-a88306e0f932" providerId="ADAL" clId="{DB9BBBDC-F455-4572-BF35-B25E0968203C}" dt="2026-10-05T02:04:06.267" v="107"/>
        <pc:sldMkLst>
          <pc:docMk/>
          <pc:sldMk cId="0" sldId="289"/>
        </pc:sldMkLst>
      </pc:sldChg>
      <pc:sldChg chg="del mod modClrScheme chgLayout">
        <pc:chgData name="RIFAT AL MAMUN RUDRO" userId="24b27b9a-aab3-4351-8aca-a88306e0f932" providerId="ADAL" clId="{DB9BBBDC-F455-4572-BF35-B25E0968203C}" dt="2026-10-05T02:04:07.533" v="109"/>
        <pc:sldMkLst>
          <pc:docMk/>
          <pc:sldMk cId="0" sldId="297"/>
        </pc:sldMkLst>
      </pc:sldChg>
      <pc:sldChg chg="add del">
        <pc:chgData name="RIFAT AL MAMUN RUDRO" userId="24b27b9a-aab3-4351-8aca-a88306e0f932" providerId="ADAL" clId="{DB9BBBDC-F455-4572-BF35-B25E0968203C}" dt="2026-10-05T02:01:49.845" v="39"/>
        <pc:sldMkLst>
          <pc:docMk/>
          <pc:sldMk cId="2454702720" sldId="298"/>
        </pc:sldMkLst>
      </pc:sldChg>
      <pc:sldChg chg="new del">
        <pc:chgData name="RIFAT AL MAMUN RUDRO" userId="24b27b9a-aab3-4351-8aca-a88306e0f932" providerId="ADAL" clId="{DB9BBBDC-F455-4572-BF35-B25E0968203C}" dt="2026-10-05T02:01:39.554" v="37"/>
        <pc:sldMkLst>
          <pc:docMk/>
          <pc:sldMk cId="337355782" sldId="299"/>
        </pc:sldMkLst>
      </pc:sldChg>
      <pc:sldChg chg="add del">
        <pc:chgData name="RIFAT AL MAMUN RUDRO" userId="24b27b9a-aab3-4351-8aca-a88306e0f932" providerId="ADAL" clId="{DB9BBBDC-F455-4572-BF35-B25E0968203C}" dt="2026-10-05T02:02:09.344" v="41"/>
        <pc:sldMkLst>
          <pc:docMk/>
          <pc:sldMk cId="3527093550" sldId="299"/>
        </pc:sldMkLst>
      </pc:sldChg>
      <pc:sldChg chg="add del">
        <pc:chgData name="RIFAT AL MAMUN RUDRO" userId="24b27b9a-aab3-4351-8aca-a88306e0f932" providerId="ADAL" clId="{DB9BBBDC-F455-4572-BF35-B25E0968203C}" dt="2026-10-05T08:36:17.011" v="111"/>
        <pc:sldMkLst>
          <pc:docMk/>
          <pc:sldMk cId="3161652655" sldId="300"/>
        </pc:sldMkLst>
      </pc:sldChg>
      <pc:sldChg chg="add del">
        <pc:chgData name="RIFAT AL MAMUN RUDRO" userId="24b27b9a-aab3-4351-8aca-a88306e0f932" providerId="ADAL" clId="{DB9BBBDC-F455-4572-BF35-B25E0968203C}" dt="2026-10-05T08:36:17.148" v="113"/>
        <pc:sldMkLst>
          <pc:docMk/>
          <pc:sldMk cId="4094218944" sldId="301"/>
        </pc:sldMkLst>
      </pc:sldChg>
      <pc:sldChg chg="add">
        <pc:chgData name="RIFAT AL MAMUN RUDRO" userId="24b27b9a-aab3-4351-8aca-a88306e0f932" providerId="ADAL" clId="{DB9BBBDC-F455-4572-BF35-B25E0968203C}" dt="2026-10-05T02:02:27.975" v="44"/>
        <pc:sldMkLst>
          <pc:docMk/>
          <pc:sldMk cId="183378471" sldId="302"/>
        </pc:sldMkLst>
      </pc:sldChg>
      <pc:sldChg chg="add del">
        <pc:chgData name="RIFAT AL MAMUN RUDRO" userId="24b27b9a-aab3-4351-8aca-a88306e0f932" providerId="ADAL" clId="{DB9BBBDC-F455-4572-BF35-B25E0968203C}" dt="2026-10-05T08:36:17.243" v="115"/>
        <pc:sldMkLst>
          <pc:docMk/>
          <pc:sldMk cId="4030361827" sldId="303"/>
        </pc:sldMkLst>
      </pc:sldChg>
      <pc:sldChg chg="add del">
        <pc:chgData name="RIFAT AL MAMUN RUDRO" userId="24b27b9a-aab3-4351-8aca-a88306e0f932" providerId="ADAL" clId="{DB9BBBDC-F455-4572-BF35-B25E0968203C}" dt="2026-10-05T08:36:17.329" v="117"/>
        <pc:sldMkLst>
          <pc:docMk/>
          <pc:sldMk cId="1907089100" sldId="304"/>
        </pc:sldMkLst>
      </pc:sldChg>
      <pc:sldChg chg="add del">
        <pc:chgData name="RIFAT AL MAMUN RUDRO" userId="24b27b9a-aab3-4351-8aca-a88306e0f932" providerId="ADAL" clId="{DB9BBBDC-F455-4572-BF35-B25E0968203C}" dt="2026-10-05T08:36:17.398" v="119"/>
        <pc:sldMkLst>
          <pc:docMk/>
          <pc:sldMk cId="2166404722" sldId="305"/>
        </pc:sldMkLst>
      </pc:sldChg>
      <pc:sldChg chg="add del">
        <pc:chgData name="RIFAT AL MAMUN RUDRO" userId="24b27b9a-aab3-4351-8aca-a88306e0f932" providerId="ADAL" clId="{DB9BBBDC-F455-4572-BF35-B25E0968203C}" dt="2026-10-05T08:36:17.471" v="121"/>
        <pc:sldMkLst>
          <pc:docMk/>
          <pc:sldMk cId="2723696993" sldId="306"/>
        </pc:sldMkLst>
      </pc:sldChg>
      <pc:sldChg chg="add">
        <pc:chgData name="RIFAT AL MAMUN RUDRO" userId="24b27b9a-aab3-4351-8aca-a88306e0f932" providerId="ADAL" clId="{DB9BBBDC-F455-4572-BF35-B25E0968203C}" dt="2026-10-05T02:02:57.997" v="54"/>
        <pc:sldMkLst>
          <pc:docMk/>
          <pc:sldMk cId="2600346041" sldId="307"/>
        </pc:sldMkLst>
      </pc:sldChg>
      <pc:sldChg chg="add del">
        <pc:chgData name="RIFAT AL MAMUN RUDRO" userId="24b27b9a-aab3-4351-8aca-a88306e0f932" providerId="ADAL" clId="{DB9BBBDC-F455-4572-BF35-B25E0968203C}" dt="2026-10-05T08:36:17.555" v="123"/>
        <pc:sldMkLst>
          <pc:docMk/>
          <pc:sldMk cId="3270457023" sldId="308"/>
        </pc:sldMkLst>
      </pc:sldChg>
      <pc:sldChg chg="add del">
        <pc:chgData name="RIFAT AL MAMUN RUDRO" userId="24b27b9a-aab3-4351-8aca-a88306e0f932" providerId="ADAL" clId="{DB9BBBDC-F455-4572-BF35-B25E0968203C}" dt="2026-10-05T08:36:17.628" v="125"/>
        <pc:sldMkLst>
          <pc:docMk/>
          <pc:sldMk cId="4249798131" sldId="309"/>
        </pc:sldMkLst>
      </pc:sldChg>
      <pc:sldChg chg="add del">
        <pc:chgData name="RIFAT AL MAMUN RUDRO" userId="24b27b9a-aab3-4351-8aca-a88306e0f932" providerId="ADAL" clId="{DB9BBBDC-F455-4572-BF35-B25E0968203C}" dt="2026-10-05T08:36:17.688" v="127"/>
        <pc:sldMkLst>
          <pc:docMk/>
          <pc:sldMk cId="1619653772" sldId="310"/>
        </pc:sldMkLst>
      </pc:sldChg>
      <pc:sldChg chg="add del">
        <pc:chgData name="RIFAT AL MAMUN RUDRO" userId="24b27b9a-aab3-4351-8aca-a88306e0f932" providerId="ADAL" clId="{DB9BBBDC-F455-4572-BF35-B25E0968203C}" dt="2026-10-05T08:36:17.744" v="129"/>
        <pc:sldMkLst>
          <pc:docMk/>
          <pc:sldMk cId="4087708333" sldId="311"/>
        </pc:sldMkLst>
      </pc:sldChg>
      <pc:sldChg chg="add">
        <pc:chgData name="RIFAT AL MAMUN RUDRO" userId="24b27b9a-aab3-4351-8aca-a88306e0f932" providerId="ADAL" clId="{DB9BBBDC-F455-4572-BF35-B25E0968203C}" dt="2026-10-05T02:03:12.687" v="64"/>
        <pc:sldMkLst>
          <pc:docMk/>
          <pc:sldMk cId="983830866" sldId="312"/>
        </pc:sldMkLst>
      </pc:sldChg>
      <pc:sldChg chg="add del">
        <pc:chgData name="RIFAT AL MAMUN RUDRO" userId="24b27b9a-aab3-4351-8aca-a88306e0f932" providerId="ADAL" clId="{DB9BBBDC-F455-4572-BF35-B25E0968203C}" dt="2026-10-05T08:36:17.815" v="131"/>
        <pc:sldMkLst>
          <pc:docMk/>
          <pc:sldMk cId="1724391632" sldId="313"/>
        </pc:sldMkLst>
      </pc:sldChg>
      <pc:sldChg chg="add del">
        <pc:chgData name="RIFAT AL MAMUN RUDRO" userId="24b27b9a-aab3-4351-8aca-a88306e0f932" providerId="ADAL" clId="{DB9BBBDC-F455-4572-BF35-B25E0968203C}" dt="2026-10-05T08:36:17.880" v="133"/>
        <pc:sldMkLst>
          <pc:docMk/>
          <pc:sldMk cId="621128482" sldId="314"/>
        </pc:sldMkLst>
      </pc:sldChg>
      <pc:sldChg chg="add del">
        <pc:chgData name="RIFAT AL MAMUN RUDRO" userId="24b27b9a-aab3-4351-8aca-a88306e0f932" providerId="ADAL" clId="{DB9BBBDC-F455-4572-BF35-B25E0968203C}" dt="2026-10-05T08:36:17.945" v="135"/>
        <pc:sldMkLst>
          <pc:docMk/>
          <pc:sldMk cId="2092296775" sldId="315"/>
        </pc:sldMkLst>
      </pc:sldChg>
      <pc:sldChg chg="add del">
        <pc:chgData name="RIFAT AL MAMUN RUDRO" userId="24b27b9a-aab3-4351-8aca-a88306e0f932" providerId="ADAL" clId="{DB9BBBDC-F455-4572-BF35-B25E0968203C}" dt="2026-10-05T08:36:18.013" v="137"/>
        <pc:sldMkLst>
          <pc:docMk/>
          <pc:sldMk cId="3017998514" sldId="316"/>
        </pc:sldMkLst>
      </pc:sldChg>
      <pc:sldChg chg="add del">
        <pc:chgData name="RIFAT AL MAMUN RUDRO" userId="24b27b9a-aab3-4351-8aca-a88306e0f932" providerId="ADAL" clId="{DB9BBBDC-F455-4572-BF35-B25E0968203C}" dt="2026-10-05T08:36:18.068" v="139"/>
        <pc:sldMkLst>
          <pc:docMk/>
          <pc:sldMk cId="3929581905" sldId="317"/>
        </pc:sldMkLst>
      </pc:sldChg>
      <pc:sldChg chg="add del">
        <pc:chgData name="RIFAT AL MAMUN RUDRO" userId="24b27b9a-aab3-4351-8aca-a88306e0f932" providerId="ADAL" clId="{DB9BBBDC-F455-4572-BF35-B25E0968203C}" dt="2026-10-05T08:36:18.145" v="141"/>
        <pc:sldMkLst>
          <pc:docMk/>
          <pc:sldMk cId="1624884709" sldId="318"/>
        </pc:sldMkLst>
      </pc:sldChg>
      <pc:sldChg chg="add del">
        <pc:chgData name="RIFAT AL MAMUN RUDRO" userId="24b27b9a-aab3-4351-8aca-a88306e0f932" providerId="ADAL" clId="{DB9BBBDC-F455-4572-BF35-B25E0968203C}" dt="2026-10-05T08:36:18.204" v="143"/>
        <pc:sldMkLst>
          <pc:docMk/>
          <pc:sldMk cId="777583543" sldId="319"/>
        </pc:sldMkLst>
      </pc:sldChg>
      <pc:sldChg chg="add">
        <pc:chgData name="RIFAT AL MAMUN RUDRO" userId="24b27b9a-aab3-4351-8aca-a88306e0f932" providerId="ADAL" clId="{DB9BBBDC-F455-4572-BF35-B25E0968203C}" dt="2026-10-05T02:03:32.444" v="80"/>
        <pc:sldMkLst>
          <pc:docMk/>
          <pc:sldMk cId="1176436909" sldId="320"/>
        </pc:sldMkLst>
      </pc:sldChg>
      <pc:sldChg chg="add del">
        <pc:chgData name="RIFAT AL MAMUN RUDRO" userId="24b27b9a-aab3-4351-8aca-a88306e0f932" providerId="ADAL" clId="{DB9BBBDC-F455-4572-BF35-B25E0968203C}" dt="2026-10-05T08:36:18.285" v="145"/>
        <pc:sldMkLst>
          <pc:docMk/>
          <pc:sldMk cId="707490726" sldId="321"/>
        </pc:sldMkLst>
      </pc:sldChg>
      <pc:sldChg chg="add del">
        <pc:chgData name="RIFAT AL MAMUN RUDRO" userId="24b27b9a-aab3-4351-8aca-a88306e0f932" providerId="ADAL" clId="{DB9BBBDC-F455-4572-BF35-B25E0968203C}" dt="2026-10-05T08:36:18.357" v="147"/>
        <pc:sldMkLst>
          <pc:docMk/>
          <pc:sldMk cId="1546398214" sldId="322"/>
        </pc:sldMkLst>
      </pc:sldChg>
      <pc:sldChg chg="add del">
        <pc:chgData name="RIFAT AL MAMUN RUDRO" userId="24b27b9a-aab3-4351-8aca-a88306e0f932" providerId="ADAL" clId="{DB9BBBDC-F455-4572-BF35-B25E0968203C}" dt="2026-10-05T08:36:18.411" v="149"/>
        <pc:sldMkLst>
          <pc:docMk/>
          <pc:sldMk cId="2419206548" sldId="323"/>
        </pc:sldMkLst>
      </pc:sldChg>
      <pc:sldChg chg="add del">
        <pc:chgData name="RIFAT AL MAMUN RUDRO" userId="24b27b9a-aab3-4351-8aca-a88306e0f932" providerId="ADAL" clId="{DB9BBBDC-F455-4572-BF35-B25E0968203C}" dt="2026-10-05T08:36:18.466" v="151"/>
        <pc:sldMkLst>
          <pc:docMk/>
          <pc:sldMk cId="2955115996" sldId="324"/>
        </pc:sldMkLst>
      </pc:sldChg>
      <pc:sldChg chg="add">
        <pc:chgData name="RIFAT AL MAMUN RUDRO" userId="24b27b9a-aab3-4351-8aca-a88306e0f932" providerId="ADAL" clId="{DB9BBBDC-F455-4572-BF35-B25E0968203C}" dt="2026-10-05T02:03:51.577" v="90"/>
        <pc:sldMkLst>
          <pc:docMk/>
          <pc:sldMk cId="1231560177" sldId="325"/>
        </pc:sldMkLst>
      </pc:sldChg>
      <pc:sldChg chg="add del">
        <pc:chgData name="RIFAT AL MAMUN RUDRO" userId="24b27b9a-aab3-4351-8aca-a88306e0f932" providerId="ADAL" clId="{DB9BBBDC-F455-4572-BF35-B25E0968203C}" dt="2026-10-05T08:36:18.541" v="153"/>
        <pc:sldMkLst>
          <pc:docMk/>
          <pc:sldMk cId="3774303088" sldId="326"/>
        </pc:sldMkLst>
      </pc:sldChg>
      <pc:sldChg chg="add del">
        <pc:chgData name="RIFAT AL MAMUN RUDRO" userId="24b27b9a-aab3-4351-8aca-a88306e0f932" providerId="ADAL" clId="{DB9BBBDC-F455-4572-BF35-B25E0968203C}" dt="2026-10-05T08:36:18.595" v="155"/>
        <pc:sldMkLst>
          <pc:docMk/>
          <pc:sldMk cId="2361534816" sldId="327"/>
        </pc:sldMkLst>
      </pc:sldChg>
      <pc:sldChg chg="add del">
        <pc:chgData name="RIFAT AL MAMUN RUDRO" userId="24b27b9a-aab3-4351-8aca-a88306e0f932" providerId="ADAL" clId="{DB9BBBDC-F455-4572-BF35-B25E0968203C}" dt="2026-10-05T08:36:18.659" v="157"/>
        <pc:sldMkLst>
          <pc:docMk/>
          <pc:sldMk cId="734934611" sldId="328"/>
        </pc:sldMkLst>
      </pc:sldChg>
      <pc:sldChg chg="add del">
        <pc:chgData name="RIFAT AL MAMUN RUDRO" userId="24b27b9a-aab3-4351-8aca-a88306e0f932" providerId="ADAL" clId="{DB9BBBDC-F455-4572-BF35-B25E0968203C}" dt="2026-10-05T08:36:18.713" v="159"/>
        <pc:sldMkLst>
          <pc:docMk/>
          <pc:sldMk cId="1292435822" sldId="329"/>
        </pc:sldMkLst>
      </pc:sldChg>
      <pc:sldChg chg="add del">
        <pc:chgData name="RIFAT AL MAMUN RUDRO" userId="24b27b9a-aab3-4351-8aca-a88306e0f932" providerId="ADAL" clId="{DB9BBBDC-F455-4572-BF35-B25E0968203C}" dt="2026-10-05T08:36:18.767" v="161"/>
        <pc:sldMkLst>
          <pc:docMk/>
          <pc:sldMk cId="2460337840" sldId="330"/>
        </pc:sldMkLst>
      </pc:sldChg>
      <pc:sldChg chg="add del">
        <pc:chgData name="RIFAT AL MAMUN RUDRO" userId="24b27b9a-aab3-4351-8aca-a88306e0f932" providerId="ADAL" clId="{DB9BBBDC-F455-4572-BF35-B25E0968203C}" dt="2026-10-05T08:36:18.821" v="163"/>
        <pc:sldMkLst>
          <pc:docMk/>
          <pc:sldMk cId="437648013" sldId="331"/>
        </pc:sldMkLst>
      </pc:sldChg>
      <pc:sldChg chg="add del">
        <pc:chgData name="RIFAT AL MAMUN RUDRO" userId="24b27b9a-aab3-4351-8aca-a88306e0f932" providerId="ADAL" clId="{DB9BBBDC-F455-4572-BF35-B25E0968203C}" dt="2026-10-05T08:36:18.876" v="165"/>
        <pc:sldMkLst>
          <pc:docMk/>
          <pc:sldMk cId="2363472434" sldId="332"/>
        </pc:sldMkLst>
      </pc:sldChg>
      <pc:sldChg chg="add del">
        <pc:chgData name="RIFAT AL MAMUN RUDRO" userId="24b27b9a-aab3-4351-8aca-a88306e0f932" providerId="ADAL" clId="{DB9BBBDC-F455-4572-BF35-B25E0968203C}" dt="2026-10-05T08:36:18.951" v="167"/>
        <pc:sldMkLst>
          <pc:docMk/>
          <pc:sldMk cId="295440797" sldId="333"/>
        </pc:sldMkLst>
      </pc:sldChg>
      <pc:sldChg chg="add del">
        <pc:chgData name="RIFAT AL MAMUN RUDRO" userId="24b27b9a-aab3-4351-8aca-a88306e0f932" providerId="ADAL" clId="{DB9BBBDC-F455-4572-BF35-B25E0968203C}" dt="2026-10-05T08:36:19.034" v="169"/>
        <pc:sldMkLst>
          <pc:docMk/>
          <pc:sldMk cId="2443794287" sldId="334"/>
        </pc:sldMkLst>
      </pc:sldChg>
      <pc:sldChg chg="add">
        <pc:chgData name="RIFAT AL MAMUN RUDRO" userId="24b27b9a-aab3-4351-8aca-a88306e0f932" providerId="ADAL" clId="{DB9BBBDC-F455-4572-BF35-B25E0968203C}" dt="2026-10-05T08:36:16.982" v="110"/>
        <pc:sldMkLst>
          <pc:docMk/>
          <pc:sldMk cId="2462765750" sldId="335"/>
        </pc:sldMkLst>
      </pc:sldChg>
      <pc:sldChg chg="add">
        <pc:chgData name="RIFAT AL MAMUN RUDRO" userId="24b27b9a-aab3-4351-8aca-a88306e0f932" providerId="ADAL" clId="{DB9BBBDC-F455-4572-BF35-B25E0968203C}" dt="2026-10-05T08:36:17.138" v="112"/>
        <pc:sldMkLst>
          <pc:docMk/>
          <pc:sldMk cId="1880996889" sldId="336"/>
        </pc:sldMkLst>
      </pc:sldChg>
      <pc:sldChg chg="add">
        <pc:chgData name="RIFAT AL MAMUN RUDRO" userId="24b27b9a-aab3-4351-8aca-a88306e0f932" providerId="ADAL" clId="{DB9BBBDC-F455-4572-BF35-B25E0968203C}" dt="2026-10-05T08:36:17.236" v="114"/>
        <pc:sldMkLst>
          <pc:docMk/>
          <pc:sldMk cId="583873501" sldId="337"/>
        </pc:sldMkLst>
      </pc:sldChg>
      <pc:sldChg chg="add">
        <pc:chgData name="RIFAT AL MAMUN RUDRO" userId="24b27b9a-aab3-4351-8aca-a88306e0f932" providerId="ADAL" clId="{DB9BBBDC-F455-4572-BF35-B25E0968203C}" dt="2026-10-05T08:36:17.321" v="116"/>
        <pc:sldMkLst>
          <pc:docMk/>
          <pc:sldMk cId="2225860272" sldId="338"/>
        </pc:sldMkLst>
      </pc:sldChg>
      <pc:sldChg chg="add">
        <pc:chgData name="RIFAT AL MAMUN RUDRO" userId="24b27b9a-aab3-4351-8aca-a88306e0f932" providerId="ADAL" clId="{DB9BBBDC-F455-4572-BF35-B25E0968203C}" dt="2026-10-05T08:36:17.391" v="118"/>
        <pc:sldMkLst>
          <pc:docMk/>
          <pc:sldMk cId="111865104" sldId="339"/>
        </pc:sldMkLst>
      </pc:sldChg>
      <pc:sldChg chg="add">
        <pc:chgData name="RIFAT AL MAMUN RUDRO" userId="24b27b9a-aab3-4351-8aca-a88306e0f932" providerId="ADAL" clId="{DB9BBBDC-F455-4572-BF35-B25E0968203C}" dt="2026-10-05T08:36:17.463" v="120"/>
        <pc:sldMkLst>
          <pc:docMk/>
          <pc:sldMk cId="1471624572" sldId="340"/>
        </pc:sldMkLst>
      </pc:sldChg>
      <pc:sldChg chg="add">
        <pc:chgData name="RIFAT AL MAMUN RUDRO" userId="24b27b9a-aab3-4351-8aca-a88306e0f932" providerId="ADAL" clId="{DB9BBBDC-F455-4572-BF35-B25E0968203C}" dt="2026-10-05T08:36:17.547" v="122"/>
        <pc:sldMkLst>
          <pc:docMk/>
          <pc:sldMk cId="1356318601" sldId="341"/>
        </pc:sldMkLst>
      </pc:sldChg>
      <pc:sldChg chg="add">
        <pc:chgData name="RIFAT AL MAMUN RUDRO" userId="24b27b9a-aab3-4351-8aca-a88306e0f932" providerId="ADAL" clId="{DB9BBBDC-F455-4572-BF35-B25E0968203C}" dt="2026-10-05T08:36:17.620" v="124"/>
        <pc:sldMkLst>
          <pc:docMk/>
          <pc:sldMk cId="2789145666" sldId="342"/>
        </pc:sldMkLst>
      </pc:sldChg>
      <pc:sldChg chg="add">
        <pc:chgData name="RIFAT AL MAMUN RUDRO" userId="24b27b9a-aab3-4351-8aca-a88306e0f932" providerId="ADAL" clId="{DB9BBBDC-F455-4572-BF35-B25E0968203C}" dt="2026-10-05T08:36:17.679" v="126"/>
        <pc:sldMkLst>
          <pc:docMk/>
          <pc:sldMk cId="979227261" sldId="343"/>
        </pc:sldMkLst>
      </pc:sldChg>
      <pc:sldChg chg="add">
        <pc:chgData name="RIFAT AL MAMUN RUDRO" userId="24b27b9a-aab3-4351-8aca-a88306e0f932" providerId="ADAL" clId="{DB9BBBDC-F455-4572-BF35-B25E0968203C}" dt="2026-10-05T08:36:17.737" v="128"/>
        <pc:sldMkLst>
          <pc:docMk/>
          <pc:sldMk cId="3538025630" sldId="344"/>
        </pc:sldMkLst>
      </pc:sldChg>
      <pc:sldChg chg="add">
        <pc:chgData name="RIFAT AL MAMUN RUDRO" userId="24b27b9a-aab3-4351-8aca-a88306e0f932" providerId="ADAL" clId="{DB9BBBDC-F455-4572-BF35-B25E0968203C}" dt="2026-10-05T08:36:17.809" v="130"/>
        <pc:sldMkLst>
          <pc:docMk/>
          <pc:sldMk cId="330390766" sldId="345"/>
        </pc:sldMkLst>
      </pc:sldChg>
      <pc:sldChg chg="add">
        <pc:chgData name="RIFAT AL MAMUN RUDRO" userId="24b27b9a-aab3-4351-8aca-a88306e0f932" providerId="ADAL" clId="{DB9BBBDC-F455-4572-BF35-B25E0968203C}" dt="2026-10-05T08:36:17.872" v="132"/>
        <pc:sldMkLst>
          <pc:docMk/>
          <pc:sldMk cId="2476414803" sldId="346"/>
        </pc:sldMkLst>
      </pc:sldChg>
      <pc:sldChg chg="add">
        <pc:chgData name="RIFAT AL MAMUN RUDRO" userId="24b27b9a-aab3-4351-8aca-a88306e0f932" providerId="ADAL" clId="{DB9BBBDC-F455-4572-BF35-B25E0968203C}" dt="2026-10-05T08:36:17.939" v="134"/>
        <pc:sldMkLst>
          <pc:docMk/>
          <pc:sldMk cId="4258569142" sldId="347"/>
        </pc:sldMkLst>
      </pc:sldChg>
      <pc:sldChg chg="add">
        <pc:chgData name="RIFAT AL MAMUN RUDRO" userId="24b27b9a-aab3-4351-8aca-a88306e0f932" providerId="ADAL" clId="{DB9BBBDC-F455-4572-BF35-B25E0968203C}" dt="2026-10-05T08:36:18.005" v="136"/>
        <pc:sldMkLst>
          <pc:docMk/>
          <pc:sldMk cId="371591646" sldId="348"/>
        </pc:sldMkLst>
      </pc:sldChg>
      <pc:sldChg chg="add">
        <pc:chgData name="RIFAT AL MAMUN RUDRO" userId="24b27b9a-aab3-4351-8aca-a88306e0f932" providerId="ADAL" clId="{DB9BBBDC-F455-4572-BF35-B25E0968203C}" dt="2026-10-05T08:36:18.062" v="138"/>
        <pc:sldMkLst>
          <pc:docMk/>
          <pc:sldMk cId="497088392" sldId="349"/>
        </pc:sldMkLst>
      </pc:sldChg>
      <pc:sldChg chg="add">
        <pc:chgData name="RIFAT AL MAMUN RUDRO" userId="24b27b9a-aab3-4351-8aca-a88306e0f932" providerId="ADAL" clId="{DB9BBBDC-F455-4572-BF35-B25E0968203C}" dt="2026-10-05T08:36:18.138" v="140"/>
        <pc:sldMkLst>
          <pc:docMk/>
          <pc:sldMk cId="3475550868" sldId="350"/>
        </pc:sldMkLst>
      </pc:sldChg>
      <pc:sldChg chg="add">
        <pc:chgData name="RIFAT AL MAMUN RUDRO" userId="24b27b9a-aab3-4351-8aca-a88306e0f932" providerId="ADAL" clId="{DB9BBBDC-F455-4572-BF35-B25E0968203C}" dt="2026-10-05T08:36:18.197" v="142"/>
        <pc:sldMkLst>
          <pc:docMk/>
          <pc:sldMk cId="1213467572" sldId="351"/>
        </pc:sldMkLst>
      </pc:sldChg>
      <pc:sldChg chg="add">
        <pc:chgData name="RIFAT AL MAMUN RUDRO" userId="24b27b9a-aab3-4351-8aca-a88306e0f932" providerId="ADAL" clId="{DB9BBBDC-F455-4572-BF35-B25E0968203C}" dt="2026-10-05T08:36:18.272" v="144"/>
        <pc:sldMkLst>
          <pc:docMk/>
          <pc:sldMk cId="1796559823" sldId="352"/>
        </pc:sldMkLst>
      </pc:sldChg>
      <pc:sldChg chg="add">
        <pc:chgData name="RIFAT AL MAMUN RUDRO" userId="24b27b9a-aab3-4351-8aca-a88306e0f932" providerId="ADAL" clId="{DB9BBBDC-F455-4572-BF35-B25E0968203C}" dt="2026-10-05T08:36:18.351" v="146"/>
        <pc:sldMkLst>
          <pc:docMk/>
          <pc:sldMk cId="1390625685" sldId="353"/>
        </pc:sldMkLst>
      </pc:sldChg>
      <pc:sldChg chg="add">
        <pc:chgData name="RIFAT AL MAMUN RUDRO" userId="24b27b9a-aab3-4351-8aca-a88306e0f932" providerId="ADAL" clId="{DB9BBBDC-F455-4572-BF35-B25E0968203C}" dt="2026-10-05T08:36:18.405" v="148"/>
        <pc:sldMkLst>
          <pc:docMk/>
          <pc:sldMk cId="2052758878" sldId="354"/>
        </pc:sldMkLst>
      </pc:sldChg>
      <pc:sldChg chg="add">
        <pc:chgData name="RIFAT AL MAMUN RUDRO" userId="24b27b9a-aab3-4351-8aca-a88306e0f932" providerId="ADAL" clId="{DB9BBBDC-F455-4572-BF35-B25E0968203C}" dt="2026-10-05T08:36:18.460" v="150"/>
        <pc:sldMkLst>
          <pc:docMk/>
          <pc:sldMk cId="3344121899" sldId="355"/>
        </pc:sldMkLst>
      </pc:sldChg>
      <pc:sldChg chg="add">
        <pc:chgData name="RIFAT AL MAMUN RUDRO" userId="24b27b9a-aab3-4351-8aca-a88306e0f932" providerId="ADAL" clId="{DB9BBBDC-F455-4572-BF35-B25E0968203C}" dt="2026-10-05T08:36:18.532" v="152"/>
        <pc:sldMkLst>
          <pc:docMk/>
          <pc:sldMk cId="516925912" sldId="356"/>
        </pc:sldMkLst>
      </pc:sldChg>
      <pc:sldChg chg="add">
        <pc:chgData name="RIFAT AL MAMUN RUDRO" userId="24b27b9a-aab3-4351-8aca-a88306e0f932" providerId="ADAL" clId="{DB9BBBDC-F455-4572-BF35-B25E0968203C}" dt="2026-10-05T08:36:18.589" v="154"/>
        <pc:sldMkLst>
          <pc:docMk/>
          <pc:sldMk cId="4082596908" sldId="357"/>
        </pc:sldMkLst>
      </pc:sldChg>
      <pc:sldChg chg="add">
        <pc:chgData name="RIFAT AL MAMUN RUDRO" userId="24b27b9a-aab3-4351-8aca-a88306e0f932" providerId="ADAL" clId="{DB9BBBDC-F455-4572-BF35-B25E0968203C}" dt="2026-10-05T08:36:18.651" v="156"/>
        <pc:sldMkLst>
          <pc:docMk/>
          <pc:sldMk cId="562053822" sldId="358"/>
        </pc:sldMkLst>
      </pc:sldChg>
      <pc:sldChg chg="add">
        <pc:chgData name="RIFAT AL MAMUN RUDRO" userId="24b27b9a-aab3-4351-8aca-a88306e0f932" providerId="ADAL" clId="{DB9BBBDC-F455-4572-BF35-B25E0968203C}" dt="2026-10-05T08:36:18.707" v="158"/>
        <pc:sldMkLst>
          <pc:docMk/>
          <pc:sldMk cId="271478164" sldId="359"/>
        </pc:sldMkLst>
      </pc:sldChg>
      <pc:sldChg chg="add">
        <pc:chgData name="RIFAT AL MAMUN RUDRO" userId="24b27b9a-aab3-4351-8aca-a88306e0f932" providerId="ADAL" clId="{DB9BBBDC-F455-4572-BF35-B25E0968203C}" dt="2026-10-05T08:36:18.761" v="160"/>
        <pc:sldMkLst>
          <pc:docMk/>
          <pc:sldMk cId="3940743940" sldId="360"/>
        </pc:sldMkLst>
      </pc:sldChg>
      <pc:sldChg chg="add">
        <pc:chgData name="RIFAT AL MAMUN RUDRO" userId="24b27b9a-aab3-4351-8aca-a88306e0f932" providerId="ADAL" clId="{DB9BBBDC-F455-4572-BF35-B25E0968203C}" dt="2026-10-05T08:36:18.814" v="162"/>
        <pc:sldMkLst>
          <pc:docMk/>
          <pc:sldMk cId="4294899182" sldId="361"/>
        </pc:sldMkLst>
      </pc:sldChg>
      <pc:sldChg chg="add">
        <pc:chgData name="RIFAT AL MAMUN RUDRO" userId="24b27b9a-aab3-4351-8aca-a88306e0f932" providerId="ADAL" clId="{DB9BBBDC-F455-4572-BF35-B25E0968203C}" dt="2026-10-05T08:36:18.869" v="164"/>
        <pc:sldMkLst>
          <pc:docMk/>
          <pc:sldMk cId="2014971538" sldId="362"/>
        </pc:sldMkLst>
      </pc:sldChg>
      <pc:sldChg chg="add">
        <pc:chgData name="RIFAT AL MAMUN RUDRO" userId="24b27b9a-aab3-4351-8aca-a88306e0f932" providerId="ADAL" clId="{DB9BBBDC-F455-4572-BF35-B25E0968203C}" dt="2026-10-05T08:36:18.937" v="166"/>
        <pc:sldMkLst>
          <pc:docMk/>
          <pc:sldMk cId="2111477219" sldId="363"/>
        </pc:sldMkLst>
      </pc:sldChg>
      <pc:sldChg chg="add">
        <pc:chgData name="RIFAT AL MAMUN RUDRO" userId="24b27b9a-aab3-4351-8aca-a88306e0f932" providerId="ADAL" clId="{DB9BBBDC-F455-4572-BF35-B25E0968203C}" dt="2026-10-05T08:36:19.029" v="168"/>
        <pc:sldMkLst>
          <pc:docMk/>
          <pc:sldMk cId="1794141017" sldId="364"/>
        </pc:sldMkLst>
      </pc:sldChg>
      <pc:sldMasterChg chg="del delSldLayout">
        <pc:chgData name="RIFAT AL MAMUN RUDRO" userId="24b27b9a-aab3-4351-8aca-a88306e0f932" providerId="ADAL" clId="{DB9BBBDC-F455-4572-BF35-B25E0968203C}" dt="2026-10-05T02:01:39.554" v="37"/>
        <pc:sldMasterMkLst>
          <pc:docMk/>
          <pc:sldMasterMk cId="0" sldId="2147483648"/>
        </pc:sldMasterMkLst>
        <pc:sldLayoutChg chg="del">
          <pc:chgData name="RIFAT AL MAMUN RUDRO" userId="24b27b9a-aab3-4351-8aca-a88306e0f932" providerId="ADAL" clId="{DB9BBBDC-F455-4572-BF35-B25E0968203C}" dt="2026-10-05T02:01:39.554" v="37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add addSldLayout modSldLayout">
        <pc:chgData name="RIFAT AL MAMUN RUDRO" userId="24b27b9a-aab3-4351-8aca-a88306e0f932" providerId="ADAL" clId="{DB9BBBDC-F455-4572-BF35-B25E0968203C}" dt="2026-10-05T02:01:39.311" v="0"/>
        <pc:sldMasterMkLst>
          <pc:docMk/>
          <pc:sldMasterMk cId="0" sldId="2147483650"/>
        </pc:sldMasterMkLst>
        <pc:sldLayoutChg chg="add mod">
          <pc:chgData name="RIFAT AL MAMUN RUDRO" userId="24b27b9a-aab3-4351-8aca-a88306e0f932" providerId="ADAL" clId="{DB9BBBDC-F455-4572-BF35-B25E0968203C}" dt="2026-10-05T02:01:39.311" v="0"/>
          <pc:sldLayoutMkLst>
            <pc:docMk/>
            <pc:sldMasterMk cId="0" sldId="2147483650"/>
            <pc:sldLayoutMk cId="0" sldId="214748365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3894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pages.github.com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github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hyperlink" Target="https://www.google.com/chrome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hyperlink" Target="https://code.visualstudio.com" TargetMode="External"/><Relationship Id="rId4" Type="http://schemas.openxmlformats.org/officeDocument/2006/relationships/image" Target="../media/image20.png"/><Relationship Id="rId9" Type="http://schemas.openxmlformats.org/officeDocument/2006/relationships/hyperlink" Target="https://www.apachefriends.or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cma-international.org" TargetMode="External"/><Relationship Id="rId5" Type="http://schemas.openxmlformats.org/officeDocument/2006/relationships/hyperlink" Target="https://www.ietf.org" TargetMode="External"/><Relationship Id="rId4" Type="http://schemas.openxmlformats.org/officeDocument/2006/relationships/hyperlink" Target="https://www.w3.org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2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n.wikipedia.org/wiki/American_International_University-Bangladesh#Extracurricular_activities" TargetMode="External"/><Relationship Id="rId5" Type="http://schemas.openxmlformats.org/officeDocument/2006/relationships/hyperlink" Target="https://en.wikipedia.org/wiki/American_International_University-Bangladesh" TargetMode="External"/><Relationship Id="rId4" Type="http://schemas.openxmlformats.org/officeDocument/2006/relationships/hyperlink" Target="https://portal.aiub.edu/Login?ReturnUrl=%2fStudent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mozilla.org/en-US/docs/Web/HTTP/Status/304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developer.mozilla.org/en-US/docs/Web/HTTP/Status/301" TargetMode="External"/><Relationship Id="rId12" Type="http://schemas.openxmlformats.org/officeDocument/2006/relationships/hyperlink" Target="https://developer.mozilla.org/en-US/docs/Web/HTTP/Status/503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eloper.mozilla.org/en-US/docs/Web/HTTP/Status/201" TargetMode="External"/><Relationship Id="rId11" Type="http://schemas.openxmlformats.org/officeDocument/2006/relationships/hyperlink" Target="https://developer.mozilla.org/en-US/docs/Web/HTTP/Status/500" TargetMode="External"/><Relationship Id="rId5" Type="http://schemas.openxmlformats.org/officeDocument/2006/relationships/hyperlink" Target="https://developer.mozilla.org/en-US/docs/Web/HTTP/Status/200" TargetMode="External"/><Relationship Id="rId10" Type="http://schemas.openxmlformats.org/officeDocument/2006/relationships/hyperlink" Target="https://developer.mozilla.org/en-US/docs/Web/HTTP/Status/404" TargetMode="External"/><Relationship Id="rId4" Type="http://schemas.openxmlformats.org/officeDocument/2006/relationships/hyperlink" Target="https://developer.mozilla.org/en-US/docs/Web/HTTP/Status/100" TargetMode="External"/><Relationship Id="rId9" Type="http://schemas.openxmlformats.org/officeDocument/2006/relationships/hyperlink" Target="https://developer.mozilla.org/en-US/docs/Web/HTTP/Status/403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iub.edu" TargetMode="Externa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mozilla.org/en-US/docs/Web/API/Document_Object_Model/Introduction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w3schools.com/xml/xml_whatis.asp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html/html_xhtml.asp" TargetMode="External"/><Relationship Id="rId5" Type="http://schemas.openxmlformats.org/officeDocument/2006/relationships/hyperlink" Target="https://developer.mozilla.org/en-US/docs/Web/HTTP/Status" TargetMode="External"/><Relationship Id="rId4" Type="http://schemas.openxmlformats.org/officeDocument/2006/relationships/hyperlink" Target="https://www.ntu.edu.sg/home/ehchua/programming/webprogramming/HTTP_Basic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66344"/>
            <a:ext cx="621792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1B1F3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AMERICAN INTERNATIONAL UNIVERSITY-BANGLADESH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1371600" y="758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F6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Department of Computer Science  ·  Faculty of Science and Technology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457200" y="146304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Introduction to Web Technology</a:t>
            </a:r>
            <a:endParaRPr lang="en-US" sz="3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A4F6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Architectures, the Internet and the Web, URIs, HTTP, and web languages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852160" y="141732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89320" y="15179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135624" y="15179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281928" y="15179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6492240" y="147218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request</a:t>
            </a:r>
            <a:endParaRPr lang="en-US" sz="8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5989320" y="1746504"/>
            <a:ext cx="25603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GET </a:t>
            </a:r>
            <a:r>
              <a:rPr lang="en-US" sz="1100" dirty="0">
                <a:solidFill>
                  <a:srgbClr val="A6E3A1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/lecture-01 </a:t>
            </a:r>
            <a:r>
              <a:rPr lang="en-US" sz="1100" dirty="0">
                <a:solidFill>
                  <a:srgbClr val="9399B2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HTTP/0.1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89B4FA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Host:</a:t>
            </a:r>
            <a:r>
              <a:rPr lang="en-US" sz="1100" dirty="0">
                <a:solidFill>
                  <a:srgbClr val="CDD6F4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 webtech.aiub.edu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89B4FA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Accept:</a:t>
            </a:r>
            <a:r>
              <a:rPr lang="en-US" sz="1100" dirty="0">
                <a:solidFill>
                  <a:srgbClr val="CDD6F4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 knowledge/*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btn">
            <a:hlinkClick r:id="" action="ppaction://noaction"/>
          </p:cNvPr>
          <p:cNvSpPr/>
          <p:nvPr/>
        </p:nvSpPr>
        <p:spPr>
          <a:xfrm>
            <a:off x="457200" y="320040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▶  Start the lecture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2468880" y="32735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A4F6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Interactive deck: run it in Slide Show mode and click the buttons.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57200" y="379476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F1ECFA"/>
          </a:solidFill>
          <a:ln w="12700">
            <a:solidFill>
              <a:srgbClr val="D9CFEE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621792" y="38862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COURSE</a:t>
            </a:r>
            <a:endParaRPr lang="en-US" sz="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621792" y="40873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CSC 3215 · Web Technologies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834640" y="379476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1ECFA"/>
          </a:solidFill>
          <a:ln w="12700">
            <a:solidFill>
              <a:srgbClr val="D9CFEE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2999232" y="38862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LECTURE</a:t>
            </a:r>
            <a:endParaRPr lang="en-US" sz="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2999232" y="408736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No. 01 · Week 01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572000" y="379476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F1ECFA"/>
          </a:solidFill>
          <a:ln w="12700">
            <a:solidFill>
              <a:srgbClr val="D9CFEE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4736592" y="38862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SEMESTER</a:t>
            </a:r>
            <a:endParaRPr lang="en-US" sz="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4736592" y="408736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Fall 2026-27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035040" y="37947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1ECFA"/>
          </a:solidFill>
          <a:ln w="12700">
            <a:solidFill>
              <a:srgbClr val="D9CFEE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6199632" y="38862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LECTURER</a:t>
            </a:r>
            <a:endParaRPr lang="en-US" sz="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6199632" y="40873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Rifat Al Mamun Rudro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mamun.rudro@aiub.edu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765750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01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outline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241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 section to jump to it. The ⌂ Outline button on every slide brings you back here.</a:t>
            </a:r>
            <a:endParaRPr lang="en-US" sz="1000" dirty="0"/>
          </a:p>
        </p:txBody>
      </p:sp>
      <p:sp>
        <p:nvSpPr>
          <p:cNvPr id="9" name="btn">
            <a:hlinkClick r:id="" action="ppaction://noaction"/>
          </p:cNvPr>
          <p:cNvSpPr/>
          <p:nvPr/>
        </p:nvSpPr>
        <p:spPr>
          <a:xfrm>
            <a:off x="457200" y="141732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Overview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Objectives, lab work, and tools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23160" y="158191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6787" y="1705539"/>
            <a:ext cx="228234" cy="228234"/>
          </a:xfrm>
          <a:prstGeom prst="rect">
            <a:avLst/>
          </a:prstGeom>
        </p:spPr>
      </p:pic>
      <p:sp>
        <p:nvSpPr>
          <p:cNvPr id="12" name="btn">
            <a:hlinkClick r:id="" action="ppaction://noaction"/>
          </p:cNvPr>
          <p:cNvSpPr/>
          <p:nvPr/>
        </p:nvSpPr>
        <p:spPr>
          <a:xfrm>
            <a:off x="3264408" y="141732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Architectures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Client/server, three-tier, and P2P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230368" y="158191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3995" y="1705539"/>
            <a:ext cx="228234" cy="228234"/>
          </a:xfrm>
          <a:prstGeom prst="rect">
            <a:avLst/>
          </a:prstGeom>
        </p:spPr>
      </p:pic>
      <p:sp>
        <p:nvSpPr>
          <p:cNvPr id="15" name="btn">
            <a:hlinkClick r:id="" action="ppaction://noaction"/>
          </p:cNvPr>
          <p:cNvSpPr/>
          <p:nvPr/>
        </p:nvSpPr>
        <p:spPr>
          <a:xfrm>
            <a:off x="6071616" y="141732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and the Web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Web works, standards, browsers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8037576" y="158191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1203" y="1705539"/>
            <a:ext cx="228234" cy="228234"/>
          </a:xfrm>
          <a:prstGeom prst="rect">
            <a:avLst/>
          </a:prstGeom>
        </p:spPr>
      </p:pic>
      <p:sp>
        <p:nvSpPr>
          <p:cNvPr id="18" name="btn">
            <a:hlinkClick r:id="" action="ppaction://noaction"/>
          </p:cNvPr>
          <p:cNvSpPr/>
          <p:nvPr/>
        </p:nvSpPr>
        <p:spPr>
          <a:xfrm>
            <a:off x="457200" y="306324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Identifiers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parts of a URI, with examples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2423160" y="322783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6787" y="3351459"/>
            <a:ext cx="228234" cy="228234"/>
          </a:xfrm>
          <a:prstGeom prst="rect">
            <a:avLst/>
          </a:prstGeom>
        </p:spPr>
      </p:pic>
      <p:sp>
        <p:nvSpPr>
          <p:cNvPr id="21" name="btn">
            <a:hlinkClick r:id="" action="ppaction://noaction"/>
          </p:cNvPr>
          <p:cNvSpPr/>
          <p:nvPr/>
        </p:nvSpPr>
        <p:spPr>
          <a:xfrm>
            <a:off x="3264408" y="306324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HTTP Protocol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Requests, responses, status codes, methods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5230368" y="322783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3995" y="3351459"/>
            <a:ext cx="228234" cy="228234"/>
          </a:xfrm>
          <a:prstGeom prst="rect">
            <a:avLst/>
          </a:prstGeom>
        </p:spPr>
      </p:pic>
      <p:sp>
        <p:nvSpPr>
          <p:cNvPr id="24" name="btn">
            <a:hlinkClick r:id="" action="ppaction://noaction"/>
          </p:cNvPr>
          <p:cNvSpPr/>
          <p:nvPr/>
        </p:nvSpPr>
        <p:spPr>
          <a:xfrm>
            <a:off x="6071616" y="306324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Languages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XML, XHTML, DOM, and DHTML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8037576" y="322783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1203" y="3351459"/>
            <a:ext cx="228234" cy="22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996889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Overview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A4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learn and how the course runs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D9CF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3378471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OVERVIEW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objectives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58368" y="1453896"/>
            <a:ext cx="530352" cy="530352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60" y="1591788"/>
            <a:ext cx="254569" cy="25456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12344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web technology and its branches: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HTTP, HTML, CSS, JavaScript, and PHP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237744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658368" y="2596896"/>
            <a:ext cx="530352" cy="530352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60" y="2734788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23774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the architecture of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client/server-based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applications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352044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58368" y="3739896"/>
            <a:ext cx="530352" cy="530352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60" y="3877788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71600" y="35204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develop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real-life, society-focused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client/server web applications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029200" y="1234440"/>
            <a:ext cx="3657600" cy="3246120"/>
          </a:xfrm>
          <a:prstGeom prst="roundRect">
            <a:avLst>
              <a:gd name="adj" fmla="val 2254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 txBox="1"/>
          <p:nvPr/>
        </p:nvSpPr>
        <p:spPr>
          <a:xfrm>
            <a:off x="5257800" y="13716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IN THIS COURSE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5257800" y="1691640"/>
            <a:ext cx="420624" cy="420624"/>
          </a:xfrm>
          <a:prstGeom prst="ellipse">
            <a:avLst/>
          </a:prstGeom>
          <a:solidFill>
            <a:srgbClr val="5A6B8C"/>
          </a:solidFill>
          <a:ln w="12700">
            <a:solidFill>
              <a:srgbClr val="5A6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8384" y="1792224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806440" y="169164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how the browser and server talk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5257800" y="2240280"/>
            <a:ext cx="420624" cy="420624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8384" y="2340864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806440" y="224028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the structure of a page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5257800" y="2788920"/>
            <a:ext cx="420624" cy="420624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8384" y="2889504"/>
            <a:ext cx="219456" cy="21945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806440" y="278892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the look of a page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5257800" y="3337560"/>
            <a:ext cx="420624" cy="420624"/>
          </a:xfrm>
          <a:prstGeom prst="ellipse">
            <a:avLst/>
          </a:prstGeom>
          <a:solidFill>
            <a:srgbClr val="C99A06"/>
          </a:solidFill>
          <a:ln w="12700">
            <a:solidFill>
              <a:srgbClr val="C99A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58384" y="3438144"/>
            <a:ext cx="219456" cy="21945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5806440" y="333756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behaviour in the browser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5257800" y="3886200"/>
            <a:ext cx="420624" cy="420624"/>
          </a:xfrm>
          <a:prstGeom prst="ellipse">
            <a:avLst/>
          </a:prstGeom>
          <a:solidFill>
            <a:srgbClr val="777BB3"/>
          </a:solidFill>
          <a:ln w="12700">
            <a:solidFill>
              <a:srgbClr val="777B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58384" y="3986784"/>
            <a:ext cx="219456" cy="219456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5806440" y="388620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logic on the server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583873501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OVERVIEW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work and assignments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43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WEEK</a:t>
            </a:r>
            <a:endParaRPr lang="en-US" sz="850" dirty="0"/>
          </a:p>
        </p:txBody>
      </p:sp>
      <p:sp>
        <p:nvSpPr>
          <p:cNvPr id="9" name="anim-1-0"/>
          <p:cNvSpPr/>
          <p:nvPr/>
        </p:nvSpPr>
        <p:spPr>
          <a:xfrm>
            <a:off x="457200" y="1389888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anim-1-0"/>
          <p:cNvSpPr/>
          <p:nvPr/>
        </p:nvSpPr>
        <p:spPr>
          <a:xfrm>
            <a:off x="621792" y="1536192"/>
            <a:ext cx="512064" cy="512064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anim-1-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929" y="1669329"/>
            <a:ext cx="245791" cy="245791"/>
          </a:xfrm>
          <a:prstGeom prst="rect">
            <a:avLst/>
          </a:prstGeom>
        </p:spPr>
      </p:pic>
      <p:sp>
        <p:nvSpPr>
          <p:cNvPr id="12" name="anim-1-0"/>
          <p:cNvSpPr txBox="1"/>
          <p:nvPr/>
        </p:nvSpPr>
        <p:spPr>
          <a:xfrm>
            <a:off x="1280160" y="14813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 class</a:t>
            </a:r>
            <a:endParaRPr lang="en-US" sz="1300" dirty="0"/>
          </a:p>
        </p:txBody>
      </p:sp>
      <p:sp>
        <p:nvSpPr>
          <p:cNvPr id="13" name="anim-1-0"/>
          <p:cNvSpPr txBox="1"/>
          <p:nvPr/>
        </p:nvSpPr>
        <p:spPr>
          <a:xfrm>
            <a:off x="1280160" y="17647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Concepts and examples</a:t>
            </a:r>
            <a:endParaRPr lang="en-US" sz="1050" dirty="0"/>
          </a:p>
        </p:txBody>
      </p:sp>
      <p:sp>
        <p:nvSpPr>
          <p:cNvPr id="14" name="anim-1-0"/>
          <p:cNvSpPr txBox="1"/>
          <p:nvPr/>
        </p:nvSpPr>
        <p:spPr>
          <a:xfrm>
            <a:off x="2944368" y="1389888"/>
            <a:ext cx="329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E6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800" dirty="0"/>
          </a:p>
        </p:txBody>
      </p:sp>
      <p:sp>
        <p:nvSpPr>
          <p:cNvPr id="15" name="anim-2-1"/>
          <p:cNvSpPr/>
          <p:nvPr/>
        </p:nvSpPr>
        <p:spPr>
          <a:xfrm>
            <a:off x="3291840" y="1389888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anim-2-1"/>
          <p:cNvSpPr/>
          <p:nvPr/>
        </p:nvSpPr>
        <p:spPr>
          <a:xfrm>
            <a:off x="3456432" y="1536192"/>
            <a:ext cx="512064" cy="512064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anim-2-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569" y="1669329"/>
            <a:ext cx="245791" cy="245791"/>
          </a:xfrm>
          <a:prstGeom prst="rect">
            <a:avLst/>
          </a:prstGeom>
        </p:spPr>
      </p:pic>
      <p:sp>
        <p:nvSpPr>
          <p:cNvPr id="18" name="anim-2-1"/>
          <p:cNvSpPr txBox="1"/>
          <p:nvPr/>
        </p:nvSpPr>
        <p:spPr>
          <a:xfrm>
            <a:off x="4114800" y="14813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class</a:t>
            </a:r>
            <a:endParaRPr lang="en-US" sz="1300" dirty="0"/>
          </a:p>
        </p:txBody>
      </p:sp>
      <p:sp>
        <p:nvSpPr>
          <p:cNvPr id="19" name="anim-2-1"/>
          <p:cNvSpPr txBox="1"/>
          <p:nvPr/>
        </p:nvSpPr>
        <p:spPr>
          <a:xfrm>
            <a:off x="4114800" y="17647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and test the lab work</a:t>
            </a:r>
            <a:endParaRPr lang="en-US" sz="1050" dirty="0"/>
          </a:p>
        </p:txBody>
      </p:sp>
      <p:sp>
        <p:nvSpPr>
          <p:cNvPr id="20" name="anim-2-1"/>
          <p:cNvSpPr txBox="1"/>
          <p:nvPr/>
        </p:nvSpPr>
        <p:spPr>
          <a:xfrm>
            <a:off x="5779008" y="1389888"/>
            <a:ext cx="329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E6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800" dirty="0"/>
          </a:p>
        </p:txBody>
      </p:sp>
      <p:sp>
        <p:nvSpPr>
          <p:cNvPr id="21" name="anim-3-2"/>
          <p:cNvSpPr/>
          <p:nvPr/>
        </p:nvSpPr>
        <p:spPr>
          <a:xfrm>
            <a:off x="6126480" y="1389888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anim-3-2"/>
          <p:cNvSpPr/>
          <p:nvPr/>
        </p:nvSpPr>
        <p:spPr>
          <a:xfrm>
            <a:off x="6291072" y="1536192"/>
            <a:ext cx="512064" cy="512064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anim-3-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4209" y="1669329"/>
            <a:ext cx="245791" cy="245791"/>
          </a:xfrm>
          <a:prstGeom prst="rect">
            <a:avLst/>
          </a:prstGeom>
        </p:spPr>
      </p:pic>
      <p:sp>
        <p:nvSpPr>
          <p:cNvPr id="24" name="anim-3-2"/>
          <p:cNvSpPr txBox="1"/>
          <p:nvPr/>
        </p:nvSpPr>
        <p:spPr>
          <a:xfrm>
            <a:off x="6949440" y="14813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assessment</a:t>
            </a:r>
            <a:endParaRPr lang="en-US" sz="1300" dirty="0"/>
          </a:p>
        </p:txBody>
      </p:sp>
      <p:sp>
        <p:nvSpPr>
          <p:cNvPr id="25" name="anim-3-2"/>
          <p:cNvSpPr txBox="1"/>
          <p:nvPr/>
        </p:nvSpPr>
        <p:spPr>
          <a:xfrm>
            <a:off x="6949440" y="17647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assessment in every lab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2395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GITHUB WORKFLOW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457200" y="265176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594360" y="2770632"/>
            <a:ext cx="365760" cy="36576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594360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594360" y="32004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GitHub account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594360" y="34564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needs one for version control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2560320" y="265176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2697480" y="2770632"/>
            <a:ext cx="365760" cy="36576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 txBox="1"/>
          <p:nvPr/>
        </p:nvSpPr>
        <p:spPr>
          <a:xfrm>
            <a:off x="2697480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2697480" y="32004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your repository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2697480" y="34564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your webtech repository link in the first lab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4663440" y="265176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4800600" y="2770632"/>
            <a:ext cx="365760" cy="36576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 txBox="1"/>
          <p:nvPr/>
        </p:nvSpPr>
        <p:spPr>
          <a:xfrm>
            <a:off x="4800600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4"/>
          <p:cNvSpPr txBox="1"/>
          <p:nvPr/>
        </p:nvSpPr>
        <p:spPr>
          <a:xfrm>
            <a:off x="4800600" y="32004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all your work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4800600" y="34564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assignment and lab task goes to the repository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6766560" y="265176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7"/>
          <p:cNvSpPr/>
          <p:nvPr/>
        </p:nvSpPr>
        <p:spPr>
          <a:xfrm>
            <a:off x="6903720" y="2770632"/>
            <a:ext cx="365760" cy="36576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8"/>
          <p:cNvSpPr txBox="1"/>
          <p:nvPr/>
        </p:nvSpPr>
        <p:spPr>
          <a:xfrm>
            <a:off x="6903720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45" name="Text 39"/>
          <p:cNvSpPr txBox="1"/>
          <p:nvPr/>
        </p:nvSpPr>
        <p:spPr>
          <a:xfrm>
            <a:off x="6903720" y="32004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if possible</a:t>
            </a:r>
            <a:endParaRPr lang="en-US" sz="1200" dirty="0"/>
          </a:p>
        </p:txBody>
      </p:sp>
      <p:sp>
        <p:nvSpPr>
          <p:cNvPr id="46" name="Text 40"/>
          <p:cNvSpPr txBox="1"/>
          <p:nvPr/>
        </p:nvSpPr>
        <p:spPr>
          <a:xfrm>
            <a:off x="6903720" y="34564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your application online, e.g. with GitHub Pages</a:t>
            </a:r>
            <a:endParaRPr lang="en-US" sz="1000" dirty="0"/>
          </a:p>
        </p:txBody>
      </p:sp>
      <p:sp>
        <p:nvSpPr>
          <p:cNvPr id="47" name="btn">
            <a:hlinkClick r:id="rId7"/>
          </p:cNvPr>
          <p:cNvSpPr/>
          <p:nvPr/>
        </p:nvSpPr>
        <p:spPr>
          <a:xfrm>
            <a:off x="457200" y="416052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GitHub  ↗</a:t>
            </a:r>
            <a:endParaRPr lang="en-US" sz="1100" dirty="0"/>
          </a:p>
        </p:txBody>
      </p:sp>
      <p:sp>
        <p:nvSpPr>
          <p:cNvPr id="48" name="btn">
            <a:hlinkClick r:id="rId8"/>
          </p:cNvPr>
          <p:cNvSpPr/>
          <p:nvPr/>
        </p:nvSpPr>
        <p:spPr>
          <a:xfrm>
            <a:off x="2148840" y="416052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Pages  ↗</a:t>
            </a:r>
            <a:endParaRPr lang="en-US" sz="1100" dirty="0"/>
          </a:p>
        </p:txBody>
      </p:sp>
      <p:sp>
        <p:nvSpPr>
          <p:cNvPr id="49" name="Text 43"/>
          <p:cNvSpPr txBox="1"/>
          <p:nvPr/>
        </p:nvSpPr>
        <p:spPr>
          <a:xfrm>
            <a:off x="3931920" y="42336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Heroku ended its free plan in 2022; GitHub Pages is free for static sites.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2586027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OVERVIEW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 software and tools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0080" y="1371600"/>
            <a:ext cx="566928" cy="56692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151900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" y="20574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editor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HTML, CSS, JavaScript, and PHP code.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2971800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640080" y="2971800"/>
            <a:ext cx="6629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40080" y="3246120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640080" y="32461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Sublime Text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40080" y="3520440"/>
            <a:ext cx="800100" cy="219456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640080" y="3520440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Notepad++</a:t>
            </a:r>
            <a:endParaRPr lang="en-US" sz="900" dirty="0"/>
          </a:p>
        </p:txBody>
      </p:sp>
      <p:sp>
        <p:nvSpPr>
          <p:cNvPr id="19" name="btn">
            <a:hlinkClick r:id="rId5"/>
          </p:cNvPr>
          <p:cNvSpPr/>
          <p:nvPr/>
        </p:nvSpPr>
        <p:spPr>
          <a:xfrm>
            <a:off x="640080" y="3840480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VS Code  ↗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291840" y="118872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3474720" y="1371600"/>
            <a:ext cx="566928" cy="56692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2121" y="1519001"/>
            <a:ext cx="272125" cy="27212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3474720" y="20574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browser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347472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your pages and inspect them with the developer tools.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3474720" y="2971800"/>
            <a:ext cx="1074420" cy="219456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 txBox="1"/>
          <p:nvPr/>
        </p:nvSpPr>
        <p:spPr>
          <a:xfrm>
            <a:off x="3474720" y="2971800"/>
            <a:ext cx="1074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Chrome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474720" y="3246120"/>
            <a:ext cx="1211580" cy="219456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 txBox="1"/>
          <p:nvPr/>
        </p:nvSpPr>
        <p:spPr>
          <a:xfrm>
            <a:off x="3474720" y="3246120"/>
            <a:ext cx="121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Mozilla Firefox</a:t>
            </a:r>
            <a:endParaRPr lang="en-US" sz="900" dirty="0"/>
          </a:p>
        </p:txBody>
      </p:sp>
      <p:sp>
        <p:nvSpPr>
          <p:cNvPr id="29" name="btn">
            <a:hlinkClick r:id="rId7"/>
          </p:cNvPr>
          <p:cNvSpPr/>
          <p:nvPr/>
        </p:nvSpPr>
        <p:spPr>
          <a:xfrm>
            <a:off x="3474720" y="3840480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Chrome  ↗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126480" y="118872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6309360" y="1371600"/>
            <a:ext cx="566928" cy="56692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6761" y="1519001"/>
            <a:ext cx="272125" cy="27212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309360" y="20574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server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630936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server-side code on your own computer.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6309360" y="2971800"/>
            <a:ext cx="1897380" cy="219456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 txBox="1"/>
          <p:nvPr/>
        </p:nvSpPr>
        <p:spPr>
          <a:xfrm>
            <a:off x="6309360" y="2971800"/>
            <a:ext cx="1897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XAMPP: Apache, MySQL, PHP</a:t>
            </a:r>
            <a:endParaRPr lang="en-US" sz="900" dirty="0"/>
          </a:p>
        </p:txBody>
      </p:sp>
      <p:sp>
        <p:nvSpPr>
          <p:cNvPr id="37" name="btn">
            <a:hlinkClick r:id="rId9"/>
          </p:cNvPr>
          <p:cNvSpPr/>
          <p:nvPr/>
        </p:nvSpPr>
        <p:spPr>
          <a:xfrm>
            <a:off x="6309360" y="3840480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XAMPP  ↗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57200" y="43891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 was retired in December 2022, so choose one of the editors above.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1865104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OVERVIEW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 of this lecture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663399"/>
          </a:solidFill>
          <a:ln w="9525">
            <a:solidFill>
              <a:srgbClr val="66339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85800" y="14173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E3D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WE LEARN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1691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web technology is, and the key terms behind it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85800" y="278892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85800" y="278892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554480" y="278892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554480" y="278892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423160" y="278892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2423160" y="278892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91840" y="278892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3291840" y="278892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XHTML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3D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URIs, browsers, the DOM, and DHTML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663440" y="12344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TECHNOLOGY IN THE BUSINESS WORLD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663440" y="1600200"/>
            <a:ext cx="457200" cy="457200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1719072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257800" y="15544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5257800" y="18196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 customers anywhere, at any time, through a website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663440" y="2350008"/>
            <a:ext cx="457200" cy="457200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2468880"/>
            <a:ext cx="219456" cy="219456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257800" y="23042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5257800" y="25694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online stores, banking, booking, and portals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663440" y="3099816"/>
            <a:ext cx="457200" cy="457200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2312" y="3218688"/>
            <a:ext cx="219456" cy="21945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5257800" y="30540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Collaboration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5257800" y="3319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teams and partners through web apps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663440" y="3849624"/>
            <a:ext cx="457200" cy="457200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2312" y="3968496"/>
            <a:ext cx="219456" cy="219456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257800" y="38039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5257800" y="4069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content for every user at once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71624572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Architectures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A4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serves whom on a network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D9CF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00346041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ARCHITECTURES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client/server model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computing model where the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hosts, delivers, and manages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most resources and services that clients consume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or more clients connect to a central server over a network or the Internet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shares computing resources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called a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 computing model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or client/server network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03520" y="1444752"/>
            <a:ext cx="960120" cy="1069848"/>
          </a:xfrm>
          <a:prstGeom prst="line">
            <a:avLst/>
          </a:prstGeom>
          <a:noFill/>
          <a:ln w="15875">
            <a:solidFill>
              <a:srgbClr val="B7A0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512064" cy="512064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017" y="1321857"/>
            <a:ext cx="245791" cy="24579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1719072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Laptop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5303520" y="2194560"/>
            <a:ext cx="960120" cy="320040"/>
          </a:xfrm>
          <a:prstGeom prst="line">
            <a:avLst/>
          </a:prstGeom>
          <a:noFill/>
          <a:ln w="15875">
            <a:solidFill>
              <a:srgbClr val="B7A0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754880" y="1938528"/>
            <a:ext cx="512064" cy="512064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8017" y="2071665"/>
            <a:ext cx="245791" cy="24579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572000" y="2468880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 flipH="1">
            <a:off x="5303520" y="2514600"/>
            <a:ext cx="960120" cy="429768"/>
          </a:xfrm>
          <a:prstGeom prst="line">
            <a:avLst/>
          </a:prstGeom>
          <a:noFill/>
          <a:ln w="15875">
            <a:solidFill>
              <a:srgbClr val="B7A0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4754880" y="2688336"/>
            <a:ext cx="512064" cy="512064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8017" y="2821473"/>
            <a:ext cx="245791" cy="24579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572000" y="3218688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 flipH="1">
            <a:off x="5303520" y="2514600"/>
            <a:ext cx="960120" cy="1179576"/>
          </a:xfrm>
          <a:prstGeom prst="line">
            <a:avLst/>
          </a:prstGeom>
          <a:noFill/>
          <a:ln w="15875">
            <a:solidFill>
              <a:srgbClr val="B7A0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4754880" y="3438144"/>
            <a:ext cx="512064" cy="512064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8017" y="3571281"/>
            <a:ext cx="245791" cy="24579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572000" y="3968496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Tablet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6263640" y="2514600"/>
            <a:ext cx="1783080" cy="914"/>
          </a:xfrm>
          <a:prstGeom prst="line">
            <a:avLst/>
          </a:prstGeom>
          <a:noFill/>
          <a:ln w="25400">
            <a:solidFill>
              <a:srgbClr val="B7A0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5916168" y="2167128"/>
            <a:ext cx="694944" cy="694944"/>
          </a:xfrm>
          <a:prstGeom prst="ellipse">
            <a:avLst/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853" y="2347813"/>
            <a:ext cx="333573" cy="333573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684976" y="29805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/ Internet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7635240" y="2103120"/>
            <a:ext cx="822960" cy="82296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9210" y="2317090"/>
            <a:ext cx="395021" cy="395021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498080" y="2971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1100" dirty="0"/>
          </a:p>
        </p:txBody>
      </p:sp>
      <p:sp>
        <p:nvSpPr>
          <p:cNvPr id="32" name="anim-1-3"/>
          <p:cNvSpPr/>
          <p:nvPr/>
        </p:nvSpPr>
        <p:spPr>
          <a:xfrm>
            <a:off x="6675120" y="2103120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nim-1-3"/>
          <p:cNvSpPr txBox="1"/>
          <p:nvPr/>
        </p:nvSpPr>
        <p:spPr>
          <a:xfrm>
            <a:off x="6675120" y="210312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 ▸</a:t>
            </a:r>
            <a:endParaRPr lang="en-US" sz="900" dirty="0"/>
          </a:p>
        </p:txBody>
      </p:sp>
      <p:sp>
        <p:nvSpPr>
          <p:cNvPr id="34" name="anim-2-4"/>
          <p:cNvSpPr/>
          <p:nvPr/>
        </p:nvSpPr>
        <p:spPr>
          <a:xfrm>
            <a:off x="6675120" y="2697480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anim-2-4"/>
          <p:cNvSpPr txBox="1"/>
          <p:nvPr/>
        </p:nvSpPr>
        <p:spPr>
          <a:xfrm>
            <a:off x="6675120" y="26974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◂  response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4754880" y="43891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to show the request, then the response.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5631860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ARCHITECTURES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client/server architecture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traditional model has two levels: a client and a server. Another common design splits the work into three tiers:</a:t>
            </a:r>
            <a:endParaRPr lang="en-US" sz="1300" dirty="0"/>
          </a:p>
        </p:txBody>
      </p:sp>
      <p:sp>
        <p:nvSpPr>
          <p:cNvPr id="9" name="anim-1-5"/>
          <p:cNvSpPr/>
          <p:nvPr/>
        </p:nvSpPr>
        <p:spPr>
          <a:xfrm>
            <a:off x="457200" y="1828800"/>
            <a:ext cx="2286000" cy="25146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anim-1-5"/>
          <p:cNvSpPr txBox="1"/>
          <p:nvPr/>
        </p:nvSpPr>
        <p:spPr>
          <a:xfrm>
            <a:off x="640080" y="1965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1</a:t>
            </a:r>
            <a:endParaRPr lang="en-US" sz="850" dirty="0"/>
          </a:p>
        </p:txBody>
      </p:sp>
      <p:sp>
        <p:nvSpPr>
          <p:cNvPr id="11" name="anim-1-5"/>
          <p:cNvSpPr/>
          <p:nvPr/>
        </p:nvSpPr>
        <p:spPr>
          <a:xfrm>
            <a:off x="640080" y="2240280"/>
            <a:ext cx="603504" cy="603504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anim-1-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91" y="2397191"/>
            <a:ext cx="289682" cy="289682"/>
          </a:xfrm>
          <a:prstGeom prst="rect">
            <a:avLst/>
          </a:prstGeom>
        </p:spPr>
      </p:pic>
      <p:sp>
        <p:nvSpPr>
          <p:cNvPr id="13" name="anim-1-5"/>
          <p:cNvSpPr txBox="1"/>
          <p:nvPr/>
        </p:nvSpPr>
        <p:spPr>
          <a:xfrm>
            <a:off x="640080" y="29443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400" dirty="0"/>
          </a:p>
        </p:txBody>
      </p:sp>
      <p:sp>
        <p:nvSpPr>
          <p:cNvPr id="14" name="anim-1-5"/>
          <p:cNvSpPr txBox="1"/>
          <p:nvPr/>
        </p:nvSpPr>
        <p:spPr>
          <a:xfrm>
            <a:off x="640080" y="325526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Interacts with the user</a:t>
            </a:r>
            <a:endParaRPr lang="en-US" sz="1150" dirty="0"/>
          </a:p>
        </p:txBody>
      </p:sp>
      <p:sp>
        <p:nvSpPr>
          <p:cNvPr id="15" name="anim-1-5"/>
          <p:cNvSpPr txBox="1"/>
          <p:nvPr/>
        </p:nvSpPr>
        <p:spPr>
          <a:xfrm>
            <a:off x="640080" y="3886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e.g. a web browser</a:t>
            </a:r>
            <a:endParaRPr lang="en-US" sz="1050" dirty="0"/>
          </a:p>
        </p:txBody>
      </p:sp>
      <p:sp>
        <p:nvSpPr>
          <p:cNvPr id="16" name="anim-2-6"/>
          <p:cNvSpPr/>
          <p:nvPr/>
        </p:nvSpPr>
        <p:spPr>
          <a:xfrm>
            <a:off x="2816352" y="3063240"/>
            <a:ext cx="539496" cy="914"/>
          </a:xfrm>
          <a:prstGeom prst="line">
            <a:avLst/>
          </a:prstGeom>
          <a:noFill/>
          <a:ln w="25400">
            <a:solidFill>
              <a:srgbClr val="8E6CC8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anim-2-7"/>
          <p:cNvSpPr/>
          <p:nvPr/>
        </p:nvSpPr>
        <p:spPr>
          <a:xfrm>
            <a:off x="3429000" y="1828800"/>
            <a:ext cx="2286000" cy="2514600"/>
          </a:xfrm>
          <a:prstGeom prst="roundRect">
            <a:avLst>
              <a:gd name="adj" fmla="val 3200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anim-2-7"/>
          <p:cNvSpPr txBox="1"/>
          <p:nvPr/>
        </p:nvSpPr>
        <p:spPr>
          <a:xfrm>
            <a:off x="3611880" y="1965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2</a:t>
            </a:r>
            <a:endParaRPr lang="en-US" sz="850" dirty="0"/>
          </a:p>
        </p:txBody>
      </p:sp>
      <p:sp>
        <p:nvSpPr>
          <p:cNvPr id="19" name="anim-2-7"/>
          <p:cNvSpPr/>
          <p:nvPr/>
        </p:nvSpPr>
        <p:spPr>
          <a:xfrm>
            <a:off x="3611880" y="2240280"/>
            <a:ext cx="603504" cy="603504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anim-2-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8791" y="2397191"/>
            <a:ext cx="289682" cy="289682"/>
          </a:xfrm>
          <a:prstGeom prst="rect">
            <a:avLst/>
          </a:prstGeom>
        </p:spPr>
      </p:pic>
      <p:sp>
        <p:nvSpPr>
          <p:cNvPr id="21" name="anim-2-7"/>
          <p:cNvSpPr txBox="1"/>
          <p:nvPr/>
        </p:nvSpPr>
        <p:spPr>
          <a:xfrm>
            <a:off x="3611880" y="29443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server</a:t>
            </a:r>
            <a:endParaRPr lang="en-US" sz="1400" dirty="0"/>
          </a:p>
        </p:txBody>
      </p:sp>
      <p:sp>
        <p:nvSpPr>
          <p:cNvPr id="22" name="anim-2-7"/>
          <p:cNvSpPr txBox="1"/>
          <p:nvPr/>
        </p:nvSpPr>
        <p:spPr>
          <a:xfrm>
            <a:off x="3611880" y="325526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Contains the business logic of the application</a:t>
            </a:r>
            <a:endParaRPr lang="en-US" sz="1150" dirty="0"/>
          </a:p>
        </p:txBody>
      </p:sp>
      <p:sp>
        <p:nvSpPr>
          <p:cNvPr id="23" name="anim-2-7"/>
          <p:cNvSpPr txBox="1"/>
          <p:nvPr/>
        </p:nvSpPr>
        <p:spPr>
          <a:xfrm>
            <a:off x="3611880" y="3886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e.g. PHP running on Apache</a:t>
            </a:r>
            <a:endParaRPr lang="en-US" sz="1050" dirty="0"/>
          </a:p>
        </p:txBody>
      </p:sp>
      <p:sp>
        <p:nvSpPr>
          <p:cNvPr id="24" name="anim-3-8"/>
          <p:cNvSpPr/>
          <p:nvPr/>
        </p:nvSpPr>
        <p:spPr>
          <a:xfrm>
            <a:off x="5788152" y="3063240"/>
            <a:ext cx="539496" cy="914"/>
          </a:xfrm>
          <a:prstGeom prst="line">
            <a:avLst/>
          </a:prstGeom>
          <a:noFill/>
          <a:ln w="25400">
            <a:solidFill>
              <a:srgbClr val="8E6CC8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anim-3-9"/>
          <p:cNvSpPr/>
          <p:nvPr/>
        </p:nvSpPr>
        <p:spPr>
          <a:xfrm>
            <a:off x="6400800" y="1828800"/>
            <a:ext cx="2286000" cy="25146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anim-3-9"/>
          <p:cNvSpPr txBox="1"/>
          <p:nvPr/>
        </p:nvSpPr>
        <p:spPr>
          <a:xfrm>
            <a:off x="6583680" y="1965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3</a:t>
            </a:r>
            <a:endParaRPr lang="en-US" sz="850" dirty="0"/>
          </a:p>
        </p:txBody>
      </p:sp>
      <p:sp>
        <p:nvSpPr>
          <p:cNvPr id="27" name="anim-3-9"/>
          <p:cNvSpPr/>
          <p:nvPr/>
        </p:nvSpPr>
        <p:spPr>
          <a:xfrm>
            <a:off x="6583680" y="2240280"/>
            <a:ext cx="603504" cy="603504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anim-3-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0591" y="2397191"/>
            <a:ext cx="289682" cy="289682"/>
          </a:xfrm>
          <a:prstGeom prst="rect">
            <a:avLst/>
          </a:prstGeom>
        </p:spPr>
      </p:pic>
      <p:sp>
        <p:nvSpPr>
          <p:cNvPr id="29" name="anim-3-9"/>
          <p:cNvSpPr txBox="1"/>
          <p:nvPr/>
        </p:nvSpPr>
        <p:spPr>
          <a:xfrm>
            <a:off x="6583680" y="29443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manager</a:t>
            </a:r>
            <a:endParaRPr lang="en-US" sz="1400" dirty="0"/>
          </a:p>
        </p:txBody>
      </p:sp>
      <p:sp>
        <p:nvSpPr>
          <p:cNvPr id="30" name="anim-3-9"/>
          <p:cNvSpPr txBox="1"/>
          <p:nvPr/>
        </p:nvSpPr>
        <p:spPr>
          <a:xfrm>
            <a:off x="6583680" y="325526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Stores the data</a:t>
            </a:r>
            <a:endParaRPr lang="en-US" sz="1150" dirty="0"/>
          </a:p>
        </p:txBody>
      </p:sp>
      <p:sp>
        <p:nvSpPr>
          <p:cNvPr id="31" name="anim-3-9"/>
          <p:cNvSpPr txBox="1"/>
          <p:nvPr/>
        </p:nvSpPr>
        <p:spPr>
          <a:xfrm>
            <a:off x="6583680" y="3886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e.g. a MySQL database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457200" y="4434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to build the architecture one tier at a time.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8914566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ARCHITECTURES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Peer-to-peer (P2P)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distributed application architecture that splits tasks or workloads between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Peers are equally privileged, equipotent participants in the application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Together they form a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peer-to-peer network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of nodes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Examples: BitTorrent file sharing and blockchain networks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4747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40080" y="34747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Client/server: 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central server does the serving.</a:t>
            </a:r>
            <a:endParaRPr lang="en-US" sz="1250" dirty="0"/>
          </a:p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P2P: 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node can act as both client and server.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720840" y="1508760"/>
            <a:ext cx="1029462" cy="594360"/>
          </a:xfrm>
          <a:prstGeom prst="line">
            <a:avLst/>
          </a:prstGeom>
          <a:noFill/>
          <a:ln w="12700">
            <a:solidFill>
              <a:srgbClr val="CFC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720840" y="1508760"/>
            <a:ext cx="1029462" cy="1783080"/>
          </a:xfrm>
          <a:prstGeom prst="line">
            <a:avLst/>
          </a:prstGeom>
          <a:noFill/>
          <a:ln w="12700">
            <a:solidFill>
              <a:srgbClr val="CFC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720840" y="1508760"/>
            <a:ext cx="914" cy="2377440"/>
          </a:xfrm>
          <a:prstGeom prst="line">
            <a:avLst/>
          </a:prstGeom>
          <a:noFill/>
          <a:ln w="12700">
            <a:solidFill>
              <a:srgbClr val="CFC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flipH="1">
            <a:off x="5691378" y="1508760"/>
            <a:ext cx="1029462" cy="1783080"/>
          </a:xfrm>
          <a:prstGeom prst="line">
            <a:avLst/>
          </a:prstGeom>
          <a:noFill/>
          <a:ln w="12700">
            <a:solidFill>
              <a:srgbClr val="CFC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flipH="1">
            <a:off x="5691378" y="1508760"/>
            <a:ext cx="1029462" cy="594360"/>
          </a:xfrm>
          <a:prstGeom prst="line">
            <a:avLst/>
          </a:prstGeom>
          <a:noFill/>
          <a:ln w="12700">
            <a:solidFill>
              <a:srgbClr val="CFC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750302" y="2103120"/>
            <a:ext cx="914" cy="1188720"/>
          </a:xfrm>
          <a:prstGeom prst="line">
            <a:avLst/>
          </a:prstGeom>
          <a:noFill/>
          <a:ln w="12700">
            <a:solidFill>
              <a:srgbClr val="CFC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 flipH="1">
            <a:off x="6720840" y="2103120"/>
            <a:ext cx="1029462" cy="1783080"/>
          </a:xfrm>
          <a:prstGeom prst="line">
            <a:avLst/>
          </a:prstGeom>
          <a:noFill/>
          <a:ln w="12700">
            <a:solidFill>
              <a:srgbClr val="CFC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 flipH="1">
            <a:off x="5691378" y="2103120"/>
            <a:ext cx="2058923" cy="1188720"/>
          </a:xfrm>
          <a:prstGeom prst="line">
            <a:avLst/>
          </a:prstGeom>
          <a:noFill/>
          <a:ln w="12700">
            <a:solidFill>
              <a:srgbClr val="CFC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691378" y="2103120"/>
            <a:ext cx="2058923" cy="0"/>
          </a:xfrm>
          <a:prstGeom prst="line">
            <a:avLst/>
          </a:prstGeom>
          <a:noFill/>
          <a:ln w="12700">
            <a:solidFill>
              <a:srgbClr val="CFC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 flipH="1">
            <a:off x="6720840" y="3291840"/>
            <a:ext cx="1029462" cy="594360"/>
          </a:xfrm>
          <a:prstGeom prst="line">
            <a:avLst/>
          </a:prstGeom>
          <a:noFill/>
          <a:ln w="12700">
            <a:solidFill>
              <a:srgbClr val="CFC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 flipH="1">
            <a:off x="5691378" y="3291840"/>
            <a:ext cx="2058923" cy="0"/>
          </a:xfrm>
          <a:prstGeom prst="line">
            <a:avLst/>
          </a:prstGeom>
          <a:noFill/>
          <a:ln w="12700">
            <a:solidFill>
              <a:srgbClr val="CFC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691378" y="2103120"/>
            <a:ext cx="2058923" cy="1188720"/>
          </a:xfrm>
          <a:prstGeom prst="line">
            <a:avLst/>
          </a:prstGeom>
          <a:noFill/>
          <a:ln w="12700">
            <a:solidFill>
              <a:srgbClr val="CFC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691378" y="3291840"/>
            <a:ext cx="1029462" cy="594360"/>
          </a:xfrm>
          <a:prstGeom prst="line">
            <a:avLst/>
          </a:prstGeom>
          <a:noFill/>
          <a:ln w="12700">
            <a:solidFill>
              <a:srgbClr val="CFC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691378" y="2103120"/>
            <a:ext cx="1029462" cy="1783080"/>
          </a:xfrm>
          <a:prstGeom prst="line">
            <a:avLst/>
          </a:prstGeom>
          <a:noFill/>
          <a:ln w="12700">
            <a:solidFill>
              <a:srgbClr val="CFC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691378" y="2103120"/>
            <a:ext cx="914" cy="1188720"/>
          </a:xfrm>
          <a:prstGeom prst="line">
            <a:avLst/>
          </a:prstGeom>
          <a:noFill/>
          <a:ln w="12700">
            <a:solidFill>
              <a:srgbClr val="CFC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446520" y="1234440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166" y="1377086"/>
            <a:ext cx="263347" cy="263347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7475982" y="1828800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628" y="1971446"/>
            <a:ext cx="263347" cy="263347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7475982" y="3017520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628" y="3160166"/>
            <a:ext cx="263347" cy="263347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6446520" y="3611880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166" y="3754526"/>
            <a:ext cx="263347" cy="263347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5417058" y="3017520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705" y="3160166"/>
            <a:ext cx="263347" cy="263347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5417058" y="1828800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705" y="1971446"/>
            <a:ext cx="263347" cy="263347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5120640" y="4343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peer connects to every other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79227261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 · QUIZ 1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" y="709574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5029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three-tier architecture, where does the business logic live?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1389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an answer to check it.</a:t>
            </a:r>
            <a:endParaRPr lang="en-US" sz="1000" dirty="0"/>
          </a:p>
        </p:txBody>
      </p:sp>
      <p:sp>
        <p:nvSpPr>
          <p:cNvPr id="11" name="btn">
            <a:hlinkClick r:id="" action="ppaction://noaction"/>
          </p:cNvPr>
          <p:cNvSpPr/>
          <p:nvPr/>
        </p:nvSpPr>
        <p:spPr>
          <a:xfrm>
            <a:off x="45720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client</a:t>
            </a:r>
            <a:endParaRPr lang="en-US" sz="1400" dirty="0"/>
          </a:p>
        </p:txBody>
      </p:sp>
      <p:sp>
        <p:nvSpPr>
          <p:cNvPr id="12" name="btn">
            <a:hlinkClick r:id="" action="ppaction://noaction"/>
          </p:cNvPr>
          <p:cNvSpPr/>
          <p:nvPr/>
        </p:nvSpPr>
        <p:spPr>
          <a:xfrm>
            <a:off x="65836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btn">
            <a:hlinkClick r:id="" action="ppaction://noaction"/>
          </p:cNvPr>
          <p:cNvSpPr/>
          <p:nvPr/>
        </p:nvSpPr>
        <p:spPr>
          <a:xfrm>
            <a:off x="466344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application server</a:t>
            </a:r>
            <a:endParaRPr lang="en-US" sz="1400" dirty="0"/>
          </a:p>
        </p:txBody>
      </p:sp>
      <p:sp>
        <p:nvSpPr>
          <p:cNvPr id="14" name="btn">
            <a:hlinkClick r:id="" action="ppaction://noaction"/>
          </p:cNvPr>
          <p:cNvSpPr/>
          <p:nvPr/>
        </p:nvSpPr>
        <p:spPr>
          <a:xfrm>
            <a:off x="486460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btn">
            <a:hlinkClick r:id="" action="ppaction://noaction"/>
          </p:cNvPr>
          <p:cNvSpPr/>
          <p:nvPr/>
        </p:nvSpPr>
        <p:spPr>
          <a:xfrm>
            <a:off x="45720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resource manager</a:t>
            </a:r>
            <a:endParaRPr lang="en-US" sz="1400" dirty="0"/>
          </a:p>
        </p:txBody>
      </p:sp>
      <p:sp>
        <p:nvSpPr>
          <p:cNvPr id="16" name="btn">
            <a:hlinkClick r:id="" action="ppaction://noaction"/>
          </p:cNvPr>
          <p:cNvSpPr/>
          <p:nvPr/>
        </p:nvSpPr>
        <p:spPr>
          <a:xfrm>
            <a:off x="65836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btn">
            <a:hlinkClick r:id="" action="ppaction://noaction"/>
          </p:cNvPr>
          <p:cNvSpPr/>
          <p:nvPr/>
        </p:nvSpPr>
        <p:spPr>
          <a:xfrm>
            <a:off x="466344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network cable</a:t>
            </a:r>
            <a:endParaRPr lang="en-US" sz="1400" dirty="0"/>
          </a:p>
        </p:txBody>
      </p:sp>
      <p:sp>
        <p:nvSpPr>
          <p:cNvPr id="18" name="btn">
            <a:hlinkClick r:id="" action="ppaction://noaction"/>
          </p:cNvPr>
          <p:cNvSpPr/>
          <p:nvPr/>
        </p:nvSpPr>
        <p:spPr>
          <a:xfrm>
            <a:off x="486460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538025630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and the Web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A4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words people mix up, and how a page reaches you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D9CF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983830866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AND THE WEB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Internet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42062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system of interconnected computer networks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Uses the standard Internet Protocol Suite (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TCP/IP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Serves billions of users worldwide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of networks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millions of private, public, academic, business, and government networks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Carries a vast range of resources and services, such as the hypertext documents of the Web and the infrastructure for email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766560" y="1620774"/>
            <a:ext cx="914" cy="1259586"/>
          </a:xfrm>
          <a:prstGeom prst="line">
            <a:avLst/>
          </a:prstGeom>
          <a:noFill/>
          <a:ln w="19050">
            <a:solidFill>
              <a:srgbClr val="CFC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anim-1-10"/>
          <p:cNvSpPr/>
          <p:nvPr/>
        </p:nvSpPr>
        <p:spPr>
          <a:xfrm>
            <a:off x="6263640" y="146532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anim-1-10"/>
          <p:cNvSpPr txBox="1"/>
          <p:nvPr/>
        </p:nvSpPr>
        <p:spPr>
          <a:xfrm>
            <a:off x="6263640" y="146532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 flipH="1">
            <a:off x="6766560" y="2250567"/>
            <a:ext cx="1148246" cy="629793"/>
          </a:xfrm>
          <a:prstGeom prst="line">
            <a:avLst/>
          </a:prstGeom>
          <a:noFill/>
          <a:ln w="19050">
            <a:solidFill>
              <a:srgbClr val="CFC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anim-1-11"/>
          <p:cNvSpPr/>
          <p:nvPr/>
        </p:nvSpPr>
        <p:spPr>
          <a:xfrm>
            <a:off x="7411886" y="2095119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anim-1-11"/>
          <p:cNvSpPr txBox="1"/>
          <p:nvPr/>
        </p:nvSpPr>
        <p:spPr>
          <a:xfrm>
            <a:off x="7411886" y="2095119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766560" y="2880360"/>
            <a:ext cx="1148246" cy="629793"/>
          </a:xfrm>
          <a:prstGeom prst="line">
            <a:avLst/>
          </a:prstGeom>
          <a:noFill/>
          <a:ln w="19050">
            <a:solidFill>
              <a:srgbClr val="CFC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anim-1-12"/>
          <p:cNvSpPr/>
          <p:nvPr/>
        </p:nvSpPr>
        <p:spPr>
          <a:xfrm>
            <a:off x="7411886" y="3354705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nim-1-12"/>
          <p:cNvSpPr txBox="1"/>
          <p:nvPr/>
        </p:nvSpPr>
        <p:spPr>
          <a:xfrm>
            <a:off x="7411886" y="3354705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766560" y="2880360"/>
            <a:ext cx="914" cy="1259586"/>
          </a:xfrm>
          <a:prstGeom prst="line">
            <a:avLst/>
          </a:prstGeom>
          <a:noFill/>
          <a:ln w="19050">
            <a:solidFill>
              <a:srgbClr val="CFC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nim-1-13"/>
          <p:cNvSpPr/>
          <p:nvPr/>
        </p:nvSpPr>
        <p:spPr>
          <a:xfrm>
            <a:off x="6263640" y="398449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nim-1-13"/>
          <p:cNvSpPr txBox="1"/>
          <p:nvPr/>
        </p:nvSpPr>
        <p:spPr>
          <a:xfrm>
            <a:off x="6263640" y="398449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 flipH="1">
            <a:off x="5618314" y="2880360"/>
            <a:ext cx="1148246" cy="629793"/>
          </a:xfrm>
          <a:prstGeom prst="line">
            <a:avLst/>
          </a:prstGeom>
          <a:noFill/>
          <a:ln w="19050">
            <a:solidFill>
              <a:srgbClr val="CFC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nim-1-14"/>
          <p:cNvSpPr/>
          <p:nvPr/>
        </p:nvSpPr>
        <p:spPr>
          <a:xfrm>
            <a:off x="5115394" y="3354705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im-1-14"/>
          <p:cNvSpPr txBox="1"/>
          <p:nvPr/>
        </p:nvSpPr>
        <p:spPr>
          <a:xfrm>
            <a:off x="5115394" y="3354705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618314" y="2250567"/>
            <a:ext cx="1148246" cy="629793"/>
          </a:xfrm>
          <a:prstGeom prst="line">
            <a:avLst/>
          </a:prstGeom>
          <a:noFill/>
          <a:ln w="19050">
            <a:solidFill>
              <a:srgbClr val="CFC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nim-1-15"/>
          <p:cNvSpPr/>
          <p:nvPr/>
        </p:nvSpPr>
        <p:spPr>
          <a:xfrm>
            <a:off x="5115394" y="2095119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anim-1-15"/>
          <p:cNvSpPr txBox="1"/>
          <p:nvPr/>
        </p:nvSpPr>
        <p:spPr>
          <a:xfrm>
            <a:off x="5115394" y="2095119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309360" y="2423160"/>
            <a:ext cx="914400" cy="9144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2660904"/>
            <a:ext cx="438912" cy="438912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5120640" y="4434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to connect the networks.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039076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AND THE WEB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World Wide Web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Commonly known as </a:t>
            </a: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</a:t>
            </a: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abbreviated </a:t>
            </a: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system of </a:t>
            </a: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interlinked hypertext documents</a:t>
            </a: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accessed via the Internet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 web browser, anyone can view pages containing text, images, videos, and other multimedia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move between pages by following </a:t>
            </a: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hyperlinks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40680" y="1737360"/>
            <a:ext cx="2194560" cy="457200"/>
          </a:xfrm>
          <a:prstGeom prst="line">
            <a:avLst/>
          </a:prstGeom>
          <a:noFill/>
          <a:ln w="19050">
            <a:solidFill>
              <a:srgbClr val="8E6CC8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440680" y="1737360"/>
            <a:ext cx="365760" cy="1783080"/>
          </a:xfrm>
          <a:prstGeom prst="line">
            <a:avLst/>
          </a:prstGeom>
          <a:noFill/>
          <a:ln w="19050">
            <a:solidFill>
              <a:srgbClr val="8E6CC8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806440" y="3520440"/>
            <a:ext cx="2194560" cy="320040"/>
          </a:xfrm>
          <a:prstGeom prst="line">
            <a:avLst/>
          </a:prstGeom>
          <a:noFill/>
          <a:ln w="19050">
            <a:solidFill>
              <a:srgbClr val="8E6CC8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635240" y="2194560"/>
            <a:ext cx="365760" cy="1645920"/>
          </a:xfrm>
          <a:prstGeom prst="line">
            <a:avLst/>
          </a:prstGeom>
          <a:noFill/>
          <a:ln w="19050">
            <a:solidFill>
              <a:srgbClr val="8E6CC8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54880" y="1280160"/>
            <a:ext cx="1371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54880" y="1280160"/>
            <a:ext cx="1371600" cy="201168"/>
          </a:xfrm>
          <a:prstGeom prst="rect">
            <a:avLst/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828032" y="1280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864608" y="1609344"/>
            <a:ext cx="1097280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864608" y="1764792"/>
            <a:ext cx="1097280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864608" y="1920240"/>
            <a:ext cx="640080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623560" y="1938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949440" y="1737360"/>
            <a:ext cx="1371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949440" y="1737360"/>
            <a:ext cx="1371600" cy="201168"/>
          </a:xfrm>
          <a:prstGeom prst="rect">
            <a:avLst/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7022592" y="17373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about.html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059168" y="2066544"/>
            <a:ext cx="1097280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7059168" y="2221992"/>
            <a:ext cx="1097280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7059168" y="2377440"/>
            <a:ext cx="640080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7818120" y="23957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120640" y="3063240"/>
            <a:ext cx="1371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120640" y="3063240"/>
            <a:ext cx="1371600" cy="201168"/>
          </a:xfrm>
          <a:prstGeom prst="rect">
            <a:avLst/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5193792" y="30632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gallery.html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230368" y="3392424"/>
            <a:ext cx="1097280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230368" y="3547872"/>
            <a:ext cx="1097280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5230368" y="3703320"/>
            <a:ext cx="640080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5989320" y="37216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7315200" y="3383280"/>
            <a:ext cx="1371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7315200" y="3383280"/>
            <a:ext cx="1371600" cy="201168"/>
          </a:xfrm>
          <a:prstGeom prst="rect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7388352" y="33832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video.mp4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7424928" y="3712464"/>
            <a:ext cx="1097280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7424928" y="3867912"/>
            <a:ext cx="1097280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7424928" y="4023360"/>
            <a:ext cx="640080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 txBox="1"/>
          <p:nvPr/>
        </p:nvSpPr>
        <p:spPr>
          <a:xfrm>
            <a:off x="4754880" y="44348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Dashed arrows are hyperlinks between resources.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76414803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AND THE WEB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vs World Wide Web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0080" y="1353312"/>
            <a:ext cx="530352" cy="530352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972" y="1491204"/>
            <a:ext cx="254569" cy="25456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325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Internet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325880" y="16093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infrastructure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0116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global system of interconnected computer networks. It carries many services, not only the Web.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09160" y="118872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892040" y="1353312"/>
            <a:ext cx="530352" cy="530352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932" y="1491204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577840" y="1325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World Wide Web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577840" y="16093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service on it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4892040" y="20116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collection of interconnected documents and other resources, linked by hyperlinks and URLs.</a:t>
            </a:r>
            <a:endParaRPr lang="en-US" sz="1200" dirty="0"/>
          </a:p>
        </p:txBody>
      </p:sp>
      <p:sp>
        <p:nvSpPr>
          <p:cNvPr id="20" name="anim-1-16"/>
          <p:cNvSpPr/>
          <p:nvPr/>
        </p:nvSpPr>
        <p:spPr>
          <a:xfrm>
            <a:off x="457200" y="301752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anim-1-16"/>
          <p:cNvSpPr txBox="1"/>
          <p:nvPr/>
        </p:nvSpPr>
        <p:spPr>
          <a:xfrm>
            <a:off x="457200" y="3017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Wide Web</a:t>
            </a:r>
            <a:endParaRPr lang="en-US" sz="1200" dirty="0"/>
          </a:p>
        </p:txBody>
      </p:sp>
      <p:sp>
        <p:nvSpPr>
          <p:cNvPr id="22" name="anim-1-17"/>
          <p:cNvSpPr/>
          <p:nvPr/>
        </p:nvSpPr>
        <p:spPr>
          <a:xfrm>
            <a:off x="2560320" y="301752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im-1-17"/>
          <p:cNvSpPr txBox="1"/>
          <p:nvPr/>
        </p:nvSpPr>
        <p:spPr>
          <a:xfrm>
            <a:off x="2560320" y="3017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</a:t>
            </a:r>
            <a:endParaRPr lang="en-US" sz="1200" dirty="0"/>
          </a:p>
        </p:txBody>
      </p:sp>
      <p:sp>
        <p:nvSpPr>
          <p:cNvPr id="24" name="anim-1-18"/>
          <p:cNvSpPr/>
          <p:nvPr/>
        </p:nvSpPr>
        <p:spPr>
          <a:xfrm>
            <a:off x="4663440" y="301752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nim-1-18"/>
          <p:cNvSpPr txBox="1"/>
          <p:nvPr/>
        </p:nvSpPr>
        <p:spPr>
          <a:xfrm>
            <a:off x="4663440" y="3017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transfer</a:t>
            </a:r>
            <a:endParaRPr lang="en-US" sz="1200" dirty="0"/>
          </a:p>
        </p:txBody>
      </p:sp>
      <p:sp>
        <p:nvSpPr>
          <p:cNvPr id="26" name="anim-1-19"/>
          <p:cNvSpPr/>
          <p:nvPr/>
        </p:nvSpPr>
        <p:spPr>
          <a:xfrm>
            <a:off x="6766560" y="301752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nim-1-19"/>
          <p:cNvSpPr txBox="1"/>
          <p:nvPr/>
        </p:nvSpPr>
        <p:spPr>
          <a:xfrm>
            <a:off x="6766560" y="3017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calls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57200" y="361188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 txBox="1"/>
          <p:nvPr/>
        </p:nvSpPr>
        <p:spPr>
          <a:xfrm>
            <a:off x="457200" y="3611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Internet  ·  TCP/IP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short: the Web is an application running on the Internet. Click to show what runs on top.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5856914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AND THE WEB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Web delivers a page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anim-1-20"/>
          <p:cNvSpPr/>
          <p:nvPr/>
        </p:nvSpPr>
        <p:spPr>
          <a:xfrm>
            <a:off x="457200" y="123444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anim-1-20"/>
          <p:cNvSpPr/>
          <p:nvPr/>
        </p:nvSpPr>
        <p:spPr>
          <a:xfrm>
            <a:off x="621792" y="1389888"/>
            <a:ext cx="384048" cy="384048"/>
          </a:xfrm>
          <a:prstGeom prst="ellipse">
            <a:avLst/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anim-1-20"/>
          <p:cNvSpPr txBox="1"/>
          <p:nvPr/>
        </p:nvSpPr>
        <p:spPr>
          <a:xfrm>
            <a:off x="621792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anim-1-20"/>
          <p:cNvSpPr/>
          <p:nvPr/>
        </p:nvSpPr>
        <p:spPr>
          <a:xfrm>
            <a:off x="1691640" y="1371600"/>
            <a:ext cx="475488" cy="47548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anim-1-2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5267" y="1495227"/>
            <a:ext cx="228234" cy="228234"/>
          </a:xfrm>
          <a:prstGeom prst="rect">
            <a:avLst/>
          </a:prstGeom>
        </p:spPr>
      </p:pic>
      <p:sp>
        <p:nvSpPr>
          <p:cNvPr id="13" name="anim-1-20"/>
          <p:cNvSpPr txBox="1"/>
          <p:nvPr/>
        </p:nvSpPr>
        <p:spPr>
          <a:xfrm>
            <a:off x="621792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ask for a page</a:t>
            </a:r>
            <a:endParaRPr lang="en-US" sz="1350" dirty="0"/>
          </a:p>
        </p:txBody>
      </p:sp>
      <p:sp>
        <p:nvSpPr>
          <p:cNvPr id="14" name="anim-1-20"/>
          <p:cNvSpPr txBox="1"/>
          <p:nvPr/>
        </p:nvSpPr>
        <p:spPr>
          <a:xfrm>
            <a:off x="621792" y="25603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the URL into a browser, or follow a hyperlink.</a:t>
            </a:r>
            <a:endParaRPr lang="en-US" sz="1150" dirty="0"/>
          </a:p>
        </p:txBody>
      </p:sp>
      <p:sp>
        <p:nvSpPr>
          <p:cNvPr id="15" name="anim-2-21"/>
          <p:cNvSpPr/>
          <p:nvPr/>
        </p:nvSpPr>
        <p:spPr>
          <a:xfrm>
            <a:off x="2560320" y="123444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anim-2-21"/>
          <p:cNvSpPr/>
          <p:nvPr/>
        </p:nvSpPr>
        <p:spPr>
          <a:xfrm>
            <a:off x="2724912" y="1389888"/>
            <a:ext cx="384048" cy="384048"/>
          </a:xfrm>
          <a:prstGeom prst="ellipse">
            <a:avLst/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nim-2-21"/>
          <p:cNvSpPr txBox="1"/>
          <p:nvPr/>
        </p:nvSpPr>
        <p:spPr>
          <a:xfrm>
            <a:off x="2724912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anim-2-21"/>
          <p:cNvSpPr/>
          <p:nvPr/>
        </p:nvSpPr>
        <p:spPr>
          <a:xfrm>
            <a:off x="3794760" y="1371600"/>
            <a:ext cx="475488" cy="47548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anim-2-2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8387" y="1495227"/>
            <a:ext cx="228234" cy="228234"/>
          </a:xfrm>
          <a:prstGeom prst="rect">
            <a:avLst/>
          </a:prstGeom>
        </p:spPr>
      </p:pic>
      <p:sp>
        <p:nvSpPr>
          <p:cNvPr id="20" name="anim-2-21"/>
          <p:cNvSpPr txBox="1"/>
          <p:nvPr/>
        </p:nvSpPr>
        <p:spPr>
          <a:xfrm>
            <a:off x="2724912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 finds the server</a:t>
            </a:r>
            <a:endParaRPr lang="en-US" sz="1350" dirty="0"/>
          </a:p>
        </p:txBody>
      </p:sp>
      <p:sp>
        <p:nvSpPr>
          <p:cNvPr id="21" name="anim-2-21"/>
          <p:cNvSpPr txBox="1"/>
          <p:nvPr/>
        </p:nvSpPr>
        <p:spPr>
          <a:xfrm>
            <a:off x="2724912" y="25603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server name in the URL is resolved into an IP address by the Domain Name System.</a:t>
            </a:r>
            <a:endParaRPr lang="en-US" sz="1150" dirty="0"/>
          </a:p>
        </p:txBody>
      </p:sp>
      <p:sp>
        <p:nvSpPr>
          <p:cNvPr id="22" name="anim-3-22"/>
          <p:cNvSpPr/>
          <p:nvPr/>
        </p:nvSpPr>
        <p:spPr>
          <a:xfrm>
            <a:off x="4663440" y="123444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anim-3-22"/>
          <p:cNvSpPr/>
          <p:nvPr/>
        </p:nvSpPr>
        <p:spPr>
          <a:xfrm>
            <a:off x="4828032" y="1389888"/>
            <a:ext cx="384048" cy="384048"/>
          </a:xfrm>
          <a:prstGeom prst="ellipse">
            <a:avLst/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anim-3-22"/>
          <p:cNvSpPr txBox="1"/>
          <p:nvPr/>
        </p:nvSpPr>
        <p:spPr>
          <a:xfrm>
            <a:off x="4828032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anim-3-22"/>
          <p:cNvSpPr/>
          <p:nvPr/>
        </p:nvSpPr>
        <p:spPr>
          <a:xfrm>
            <a:off x="5897880" y="1371600"/>
            <a:ext cx="475488" cy="47548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anim-3-2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1507" y="1495227"/>
            <a:ext cx="228234" cy="228234"/>
          </a:xfrm>
          <a:prstGeom prst="rect">
            <a:avLst/>
          </a:prstGeom>
        </p:spPr>
      </p:pic>
      <p:sp>
        <p:nvSpPr>
          <p:cNvPr id="27" name="anim-3-22"/>
          <p:cNvSpPr txBox="1"/>
          <p:nvPr/>
        </p:nvSpPr>
        <p:spPr>
          <a:xfrm>
            <a:off x="4828032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browser requests it</a:t>
            </a:r>
            <a:endParaRPr lang="en-US" sz="1350" dirty="0"/>
          </a:p>
        </p:txBody>
      </p:sp>
      <p:sp>
        <p:nvSpPr>
          <p:cNvPr id="28" name="anim-3-22"/>
          <p:cNvSpPr txBox="1"/>
          <p:nvPr/>
        </p:nvSpPr>
        <p:spPr>
          <a:xfrm>
            <a:off x="4828032" y="25603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HTTP request goes to the web server at that address.</a:t>
            </a:r>
            <a:endParaRPr lang="en-US" sz="1150" dirty="0"/>
          </a:p>
        </p:txBody>
      </p:sp>
      <p:sp>
        <p:nvSpPr>
          <p:cNvPr id="29" name="anim-4-23"/>
          <p:cNvSpPr/>
          <p:nvPr/>
        </p:nvSpPr>
        <p:spPr>
          <a:xfrm>
            <a:off x="6766560" y="123444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anim-4-23"/>
          <p:cNvSpPr/>
          <p:nvPr/>
        </p:nvSpPr>
        <p:spPr>
          <a:xfrm>
            <a:off x="6931152" y="1389888"/>
            <a:ext cx="384048" cy="384048"/>
          </a:xfrm>
          <a:prstGeom prst="ellipse">
            <a:avLst/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anim-4-23"/>
          <p:cNvSpPr txBox="1"/>
          <p:nvPr/>
        </p:nvSpPr>
        <p:spPr>
          <a:xfrm>
            <a:off x="6931152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anim-4-23"/>
          <p:cNvSpPr/>
          <p:nvPr/>
        </p:nvSpPr>
        <p:spPr>
          <a:xfrm>
            <a:off x="8001000" y="1371600"/>
            <a:ext cx="475488" cy="47548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anim-4-2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4627" y="1495227"/>
            <a:ext cx="228234" cy="228234"/>
          </a:xfrm>
          <a:prstGeom prst="rect">
            <a:avLst/>
          </a:prstGeom>
        </p:spPr>
      </p:pic>
      <p:sp>
        <p:nvSpPr>
          <p:cNvPr id="34" name="anim-4-23"/>
          <p:cNvSpPr txBox="1"/>
          <p:nvPr/>
        </p:nvSpPr>
        <p:spPr>
          <a:xfrm>
            <a:off x="6931152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page is rendered</a:t>
            </a:r>
            <a:endParaRPr lang="en-US" sz="1350" dirty="0"/>
          </a:p>
        </p:txBody>
      </p:sp>
      <p:sp>
        <p:nvSpPr>
          <p:cNvPr id="35" name="anim-4-23"/>
          <p:cNvSpPr txBox="1"/>
          <p:nvPr/>
        </p:nvSpPr>
        <p:spPr>
          <a:xfrm>
            <a:off x="6931152" y="25603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files arrive, the browser draws the page from its HTML, CSS, and other files.</a:t>
            </a:r>
            <a:endParaRPr lang="en-US" sz="1150" dirty="0"/>
          </a:p>
        </p:txBody>
      </p:sp>
      <p:sp>
        <p:nvSpPr>
          <p:cNvPr id="36" name="Text 29"/>
          <p:cNvSpPr txBox="1"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to walk through the four steps. All of this happens behind the scenes in a fraction of a second.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159164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AND THE WEB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writes the Web standards?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Web standards come from the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Wide Web Consortium (W3C)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some come from the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Engineering Task Force (IETF)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other organisations.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691640"/>
            <a:ext cx="262432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21792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and XHTML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" y="2093976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21792" y="20939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W3C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621792" y="236829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and meaning of hypertext documents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64408" y="1691640"/>
            <a:ext cx="262432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342900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429000" y="2093976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3429000" y="20939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W3C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3429000" y="236829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and layout of documents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071616" y="1691640"/>
            <a:ext cx="262432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6236208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ECMAScript (JavaScript)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236208" y="2093976"/>
            <a:ext cx="1143000" cy="201168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6236208" y="209397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Ecma International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36829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scripting language of the Web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7200" y="2953512"/>
            <a:ext cx="262432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621792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Object Model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21792" y="3355848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621792" y="33558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W3C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621792" y="36301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interface for programs to reach page content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264408" y="2953512"/>
            <a:ext cx="262432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3429000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URI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3429000" y="3355848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3429000" y="33558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IETF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3429000" y="36301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universal way to reference resources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071616" y="2953512"/>
            <a:ext cx="262432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6236208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236208" y="3355848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 txBox="1"/>
          <p:nvPr/>
        </p:nvSpPr>
        <p:spPr>
          <a:xfrm>
            <a:off x="6236208" y="33558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IETF</a:t>
            </a:r>
            <a:endParaRPr lang="en-US" sz="850" dirty="0"/>
          </a:p>
        </p:txBody>
      </p:sp>
      <p:sp>
        <p:nvSpPr>
          <p:cNvPr id="38" name="Text 35"/>
          <p:cNvSpPr txBox="1"/>
          <p:nvPr/>
        </p:nvSpPr>
        <p:spPr>
          <a:xfrm>
            <a:off x="6236208" y="36301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browser and server communicate</a:t>
            </a:r>
            <a:endParaRPr lang="en-US" sz="1050" dirty="0"/>
          </a:p>
        </p:txBody>
      </p:sp>
      <p:sp>
        <p:nvSpPr>
          <p:cNvPr id="39" name="btn">
            <a:hlinkClick r:id="rId4"/>
          </p:cNvPr>
          <p:cNvSpPr/>
          <p:nvPr/>
        </p:nvSpPr>
        <p:spPr>
          <a:xfrm>
            <a:off x="457200" y="4251960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W3C  ↗</a:t>
            </a:r>
            <a:endParaRPr lang="en-US" sz="1000" dirty="0"/>
          </a:p>
        </p:txBody>
      </p:sp>
      <p:sp>
        <p:nvSpPr>
          <p:cNvPr id="40" name="btn">
            <a:hlinkClick r:id="rId5"/>
          </p:cNvPr>
          <p:cNvSpPr/>
          <p:nvPr/>
        </p:nvSpPr>
        <p:spPr>
          <a:xfrm>
            <a:off x="1600200" y="4251960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IETF  ↗</a:t>
            </a:r>
            <a:endParaRPr lang="en-US" sz="1000" dirty="0"/>
          </a:p>
        </p:txBody>
      </p:sp>
      <p:sp>
        <p:nvSpPr>
          <p:cNvPr id="41" name="btn">
            <a:hlinkClick r:id="rId6"/>
          </p:cNvPr>
          <p:cNvSpPr/>
          <p:nvPr/>
        </p:nvSpPr>
        <p:spPr>
          <a:xfrm>
            <a:off x="2743200" y="4251960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Ecma  ↗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3931920" y="43159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HTML is maintained as a WHATWG Living Standard.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97088392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AND THE WEB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browsers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web browser is a software application for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retrieving, presenting, and traversing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information resources on the World Wide Web. Each resource is identified by a URI and may be a web page, image, video, or other content.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057400"/>
            <a:ext cx="2624328" cy="777240"/>
          </a:xfrm>
          <a:prstGeom prst="roundRect">
            <a:avLst>
              <a:gd name="adj" fmla="val 9412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21792" y="2212848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33172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34440" y="21305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234440" y="24140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fetches the resource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64408" y="2057400"/>
            <a:ext cx="2624328" cy="777240"/>
          </a:xfrm>
          <a:prstGeom prst="roundRect">
            <a:avLst>
              <a:gd name="adj" fmla="val 9412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429000" y="2212848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872" y="233172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041648" y="21305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041648" y="24140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displays it on screen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071616" y="2057400"/>
            <a:ext cx="2624328" cy="777240"/>
          </a:xfrm>
          <a:prstGeom prst="roundRect">
            <a:avLst>
              <a:gd name="adj" fmla="val 9412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236208" y="2212848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33172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48856" y="21305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Traverse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848856" y="24140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follows links onward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3063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BROWSERS TODAY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457200" y="3337560"/>
            <a:ext cx="566928" cy="56692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" y="3465576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274320" y="3950208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Chrome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1645920" y="3337560"/>
            <a:ext cx="566928" cy="566928"/>
          </a:xfrm>
          <a:prstGeom prst="ellipse">
            <a:avLst/>
          </a:prstGeom>
          <a:solidFill>
            <a:srgbClr val="E66000"/>
          </a:solidFill>
          <a:ln w="12700">
            <a:solidFill>
              <a:srgbClr val="E66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3936" y="3465576"/>
            <a:ext cx="310896" cy="31089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463040" y="3950208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Firefox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2834640" y="3337560"/>
            <a:ext cx="566928" cy="566928"/>
          </a:xfrm>
          <a:prstGeom prst="ellipse">
            <a:avLst/>
          </a:prstGeom>
          <a:solidFill>
            <a:srgbClr val="1B88CA"/>
          </a:solidFill>
          <a:ln w="12700">
            <a:solidFill>
              <a:srgbClr val="1B8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62656" y="3465576"/>
            <a:ext cx="310896" cy="310896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2651760" y="3950208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Safari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4023360" y="3337560"/>
            <a:ext cx="566928" cy="566928"/>
          </a:xfrm>
          <a:prstGeom prst="ellipse">
            <a:avLst/>
          </a:prstGeom>
          <a:solidFill>
            <a:srgbClr val="0C8484"/>
          </a:solidFill>
          <a:ln w="12700">
            <a:solidFill>
              <a:srgbClr val="0C84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51376" y="3465576"/>
            <a:ext cx="310896" cy="310896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3840480" y="3950208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5212080" y="3337560"/>
            <a:ext cx="566928" cy="566928"/>
          </a:xfrm>
          <a:prstGeom prst="ellipse">
            <a:avLst/>
          </a:prstGeom>
          <a:solidFill>
            <a:srgbClr val="CC1B2B"/>
          </a:solidFill>
          <a:ln w="12700">
            <a:solidFill>
              <a:srgbClr val="CC1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40096" y="3465576"/>
            <a:ext cx="310896" cy="310896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5029200" y="3950208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</a:t>
            </a:r>
            <a:endParaRPr lang="en-US" sz="1100" dirty="0"/>
          </a:p>
        </p:txBody>
      </p:sp>
      <p:sp>
        <p:nvSpPr>
          <p:cNvPr id="40" name="Shape 29"/>
          <p:cNvSpPr/>
          <p:nvPr/>
        </p:nvSpPr>
        <p:spPr>
          <a:xfrm>
            <a:off x="6400800" y="310896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5392" y="3246120"/>
            <a:ext cx="292608" cy="292608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6949440" y="32461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browsers</a:t>
            </a:r>
            <a:endParaRPr lang="en-US" sz="1200" dirty="0"/>
          </a:p>
        </p:txBody>
      </p:sp>
      <p:sp>
        <p:nvSpPr>
          <p:cNvPr id="43" name="Text 31"/>
          <p:cNvSpPr txBox="1"/>
          <p:nvPr/>
        </p:nvSpPr>
        <p:spPr>
          <a:xfrm>
            <a:off x="6565392" y="3611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Netscape Navigator and Internet Explorer, which Microsoft retired in 2022.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475550868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 · QUIZ 2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" y="709574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5029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statement about the Internet and the Web is true?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1389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an answer to check it.</a:t>
            </a:r>
            <a:endParaRPr lang="en-US" sz="1000" dirty="0"/>
          </a:p>
        </p:txBody>
      </p:sp>
      <p:sp>
        <p:nvSpPr>
          <p:cNvPr id="11" name="btn">
            <a:hlinkClick r:id="" action="ppaction://noaction"/>
          </p:cNvPr>
          <p:cNvSpPr/>
          <p:nvPr/>
        </p:nvSpPr>
        <p:spPr>
          <a:xfrm>
            <a:off x="45720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are two names for the same thing</a:t>
            </a:r>
            <a:endParaRPr lang="en-US" sz="1400" dirty="0"/>
          </a:p>
        </p:txBody>
      </p:sp>
      <p:sp>
        <p:nvSpPr>
          <p:cNvPr id="12" name="btn">
            <a:hlinkClick r:id="" action="ppaction://noaction"/>
          </p:cNvPr>
          <p:cNvSpPr/>
          <p:nvPr/>
        </p:nvSpPr>
        <p:spPr>
          <a:xfrm>
            <a:off x="65836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btn">
            <a:hlinkClick r:id="" action="ppaction://noaction"/>
          </p:cNvPr>
          <p:cNvSpPr/>
          <p:nvPr/>
        </p:nvSpPr>
        <p:spPr>
          <a:xfrm>
            <a:off x="466344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 is an application running on the Internet</a:t>
            </a:r>
            <a:endParaRPr lang="en-US" sz="1400" dirty="0"/>
          </a:p>
        </p:txBody>
      </p:sp>
      <p:sp>
        <p:nvSpPr>
          <p:cNvPr id="14" name="btn">
            <a:hlinkClick r:id="" action="ppaction://noaction"/>
          </p:cNvPr>
          <p:cNvSpPr/>
          <p:nvPr/>
        </p:nvSpPr>
        <p:spPr>
          <a:xfrm>
            <a:off x="486460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btn">
            <a:hlinkClick r:id="" action="ppaction://noaction"/>
          </p:cNvPr>
          <p:cNvSpPr/>
          <p:nvPr/>
        </p:nvSpPr>
        <p:spPr>
          <a:xfrm>
            <a:off x="45720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Internet runs on top of the Web</a:t>
            </a:r>
            <a:endParaRPr lang="en-US" sz="1400" dirty="0"/>
          </a:p>
        </p:txBody>
      </p:sp>
      <p:sp>
        <p:nvSpPr>
          <p:cNvPr id="16" name="btn">
            <a:hlinkClick r:id="" action="ppaction://noaction"/>
          </p:cNvPr>
          <p:cNvSpPr/>
          <p:nvPr/>
        </p:nvSpPr>
        <p:spPr>
          <a:xfrm>
            <a:off x="65836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btn">
            <a:hlinkClick r:id="" action="ppaction://noaction"/>
          </p:cNvPr>
          <p:cNvSpPr/>
          <p:nvPr/>
        </p:nvSpPr>
        <p:spPr>
          <a:xfrm>
            <a:off x="466344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is part of the World Wide Web</a:t>
            </a:r>
            <a:endParaRPr lang="en-US" sz="1400" dirty="0"/>
          </a:p>
        </p:txBody>
      </p:sp>
      <p:sp>
        <p:nvSpPr>
          <p:cNvPr id="18" name="btn">
            <a:hlinkClick r:id="" action="ppaction://noaction"/>
          </p:cNvPr>
          <p:cNvSpPr/>
          <p:nvPr/>
        </p:nvSpPr>
        <p:spPr>
          <a:xfrm>
            <a:off x="486460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213467572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Uniform Resource Identifiers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A4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every resource on the Web gets its address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800" dirty="0"/>
          </a:p>
        </p:txBody>
      </p:sp>
      <p:sp>
        <p:nvSpPr>
          <p:cNvPr id="8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D9CF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176436909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URI?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Uniform Resource Identifier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a string of characters that identifies a name or resource on the Internet, so that we can interact with it over a network using specific protocols. It has four parts: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00100" y="192024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00100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&lt;scheme&gt;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080260" y="1920240"/>
            <a:ext cx="274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2080260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446020" y="192024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244602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&lt;hierarchical part&gt;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823460" y="192024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823460" y="1920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? &lt;query&gt; ]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515100" y="19202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651510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# &lt;fragment&gt; ]</a:t>
            </a:r>
            <a:endParaRPr lang="en-US" sz="1300" dirty="0"/>
          </a:p>
        </p:txBody>
      </p:sp>
      <p:sp>
        <p:nvSpPr>
          <p:cNvPr id="19" name="anim-1-24"/>
          <p:cNvSpPr/>
          <p:nvPr/>
        </p:nvSpPr>
        <p:spPr>
          <a:xfrm>
            <a:off x="457200" y="2606040"/>
            <a:ext cx="1920240" cy="19659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anim-1-24"/>
          <p:cNvSpPr txBox="1"/>
          <p:nvPr/>
        </p:nvSpPr>
        <p:spPr>
          <a:xfrm>
            <a:off x="594360" y="2715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Scheme</a:t>
            </a:r>
            <a:endParaRPr lang="en-US" sz="1250" dirty="0"/>
          </a:p>
        </p:txBody>
      </p:sp>
      <p:sp>
        <p:nvSpPr>
          <p:cNvPr id="21" name="anim-1-24"/>
          <p:cNvSpPr txBox="1"/>
          <p:nvPr/>
        </p:nvSpPr>
        <p:spPr>
          <a:xfrm>
            <a:off x="594360" y="301752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Starts with a letter, followed by letters, digits, +, . or -</a:t>
            </a:r>
            <a:endParaRPr lang="en-US" sz="1050" dirty="0"/>
          </a:p>
        </p:txBody>
      </p:sp>
      <p:sp>
        <p:nvSpPr>
          <p:cNvPr id="22" name="anim-1-24"/>
          <p:cNvSpPr/>
          <p:nvPr/>
        </p:nvSpPr>
        <p:spPr>
          <a:xfrm>
            <a:off x="566928" y="4069080"/>
            <a:ext cx="1700784" cy="329184"/>
          </a:xfrm>
          <a:prstGeom prst="roundRect">
            <a:avLst>
              <a:gd name="adj" fmla="val 1388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im-1-24"/>
          <p:cNvSpPr txBox="1"/>
          <p:nvPr/>
        </p:nvSpPr>
        <p:spPr>
          <a:xfrm>
            <a:off x="566928" y="4069080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 https  mailto</a:t>
            </a:r>
            <a:endParaRPr lang="en-US" sz="900" dirty="0"/>
          </a:p>
        </p:txBody>
      </p:sp>
      <p:sp>
        <p:nvSpPr>
          <p:cNvPr id="24" name="anim-2-25"/>
          <p:cNvSpPr/>
          <p:nvPr/>
        </p:nvSpPr>
        <p:spPr>
          <a:xfrm>
            <a:off x="2560320" y="2606040"/>
            <a:ext cx="1920240" cy="19659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anim-2-25"/>
          <p:cNvSpPr txBox="1"/>
          <p:nvPr/>
        </p:nvSpPr>
        <p:spPr>
          <a:xfrm>
            <a:off x="2697480" y="2715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 part</a:t>
            </a:r>
            <a:endParaRPr lang="en-US" sz="1250" dirty="0"/>
          </a:p>
        </p:txBody>
      </p:sp>
      <p:sp>
        <p:nvSpPr>
          <p:cNvPr id="26" name="anim-2-25"/>
          <p:cNvSpPr txBox="1"/>
          <p:nvPr/>
        </p:nvSpPr>
        <p:spPr>
          <a:xfrm>
            <a:off x="2697480" y="301752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Holds hierarchical identification information: usually // then an authority and an optional path</a:t>
            </a:r>
            <a:endParaRPr lang="en-US" sz="1050" dirty="0"/>
          </a:p>
        </p:txBody>
      </p:sp>
      <p:sp>
        <p:nvSpPr>
          <p:cNvPr id="27" name="anim-2-25"/>
          <p:cNvSpPr/>
          <p:nvPr/>
        </p:nvSpPr>
        <p:spPr>
          <a:xfrm>
            <a:off x="2670048" y="4069080"/>
            <a:ext cx="1700784" cy="329184"/>
          </a:xfrm>
          <a:prstGeom prst="roundRect">
            <a:avLst>
              <a:gd name="adj" fmla="val 1388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anim-2-25"/>
          <p:cNvSpPr txBox="1"/>
          <p:nvPr/>
        </p:nvSpPr>
        <p:spPr>
          <a:xfrm>
            <a:off x="2670048" y="4069080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//en.wikipedia.org/wiki/URI</a:t>
            </a:r>
            <a:endParaRPr lang="en-US" sz="750" dirty="0"/>
          </a:p>
        </p:txBody>
      </p:sp>
      <p:sp>
        <p:nvSpPr>
          <p:cNvPr id="29" name="anim-3-26"/>
          <p:cNvSpPr/>
          <p:nvPr/>
        </p:nvSpPr>
        <p:spPr>
          <a:xfrm>
            <a:off x="4663440" y="2606040"/>
            <a:ext cx="1920240" cy="19659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anim-3-26"/>
          <p:cNvSpPr txBox="1"/>
          <p:nvPr/>
        </p:nvSpPr>
        <p:spPr>
          <a:xfrm>
            <a:off x="4800600" y="2715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98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 (optional)</a:t>
            </a:r>
            <a:endParaRPr lang="en-US" sz="1250" dirty="0"/>
          </a:p>
        </p:txBody>
      </p:sp>
      <p:sp>
        <p:nvSpPr>
          <p:cNvPr id="31" name="anim-3-26"/>
          <p:cNvSpPr txBox="1"/>
          <p:nvPr/>
        </p:nvSpPr>
        <p:spPr>
          <a:xfrm>
            <a:off x="4800600" y="301752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a ?, extra information that is not hierarchical</a:t>
            </a:r>
            <a:endParaRPr lang="en-US" sz="1050" dirty="0"/>
          </a:p>
        </p:txBody>
      </p:sp>
      <p:sp>
        <p:nvSpPr>
          <p:cNvPr id="32" name="anim-3-26"/>
          <p:cNvSpPr/>
          <p:nvPr/>
        </p:nvSpPr>
        <p:spPr>
          <a:xfrm>
            <a:off x="4773168" y="4069080"/>
            <a:ext cx="1700784" cy="329184"/>
          </a:xfrm>
          <a:prstGeom prst="roundRect">
            <a:avLst>
              <a:gd name="adj" fmla="val 1388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nim-3-26"/>
          <p:cNvSpPr txBox="1"/>
          <p:nvPr/>
        </p:nvSpPr>
        <p:spPr>
          <a:xfrm>
            <a:off x="4773168" y="4069080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?page=2&amp;frame=1</a:t>
            </a:r>
            <a:endParaRPr lang="en-US" sz="900" dirty="0"/>
          </a:p>
        </p:txBody>
      </p:sp>
      <p:sp>
        <p:nvSpPr>
          <p:cNvPr id="34" name="anim-4-27"/>
          <p:cNvSpPr/>
          <p:nvPr/>
        </p:nvSpPr>
        <p:spPr>
          <a:xfrm>
            <a:off x="6766560" y="2606040"/>
            <a:ext cx="1920240" cy="19659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anim-4-27"/>
          <p:cNvSpPr txBox="1"/>
          <p:nvPr/>
        </p:nvSpPr>
        <p:spPr>
          <a:xfrm>
            <a:off x="6903720" y="2715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  (optional)</a:t>
            </a:r>
            <a:endParaRPr lang="en-US" sz="1250" dirty="0"/>
          </a:p>
        </p:txBody>
      </p:sp>
      <p:sp>
        <p:nvSpPr>
          <p:cNvPr id="36" name="anim-4-27"/>
          <p:cNvSpPr txBox="1"/>
          <p:nvPr/>
        </p:nvSpPr>
        <p:spPr>
          <a:xfrm>
            <a:off x="6903720" y="301752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a #, points to a secondary resource such as a section</a:t>
            </a:r>
            <a:endParaRPr lang="en-US" sz="1050" dirty="0"/>
          </a:p>
        </p:txBody>
      </p:sp>
      <p:sp>
        <p:nvSpPr>
          <p:cNvPr id="37" name="anim-4-27"/>
          <p:cNvSpPr/>
          <p:nvPr/>
        </p:nvSpPr>
        <p:spPr>
          <a:xfrm>
            <a:off x="6876288" y="4069080"/>
            <a:ext cx="1700784" cy="329184"/>
          </a:xfrm>
          <a:prstGeom prst="roundRect">
            <a:avLst>
              <a:gd name="adj" fmla="val 1388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anim-4-27"/>
          <p:cNvSpPr txBox="1"/>
          <p:nvPr/>
        </p:nvSpPr>
        <p:spPr>
          <a:xfrm>
            <a:off x="6876288" y="4069080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#Examples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9655982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Path, query, and fragment in detail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2624328" cy="338328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0080" y="1353312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40080" y="13533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783080"/>
            <a:ext cx="22585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sequence of segments separated by a forward slash /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Conceptually similar to directories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segment can carry parameters after a ; (rarely used)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94360" y="3886200"/>
            <a:ext cx="2350008" cy="457200"/>
          </a:xfrm>
          <a:prstGeom prst="roundRect">
            <a:avLst>
              <a:gd name="adj" fmla="val 12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94360" y="388620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/wiki/URI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64408" y="1188720"/>
            <a:ext cx="2624328" cy="338328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447288" y="1353312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3447288" y="13533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3447288" y="1783080"/>
            <a:ext cx="22585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Optional, and starts with a question mark 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Usually a sequence of key=value pairs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Pairs are separated by &amp; (or sometimes ;)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401568" y="3886200"/>
            <a:ext cx="2350008" cy="457200"/>
          </a:xfrm>
          <a:prstGeom prst="roundRect">
            <a:avLst>
              <a:gd name="adj" fmla="val 12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3401568" y="388620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key1=value1&amp;key2=value2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071616" y="1188720"/>
            <a:ext cx="2624328" cy="338328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254496" y="1353312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6254496" y="13533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6254496" y="1783080"/>
            <a:ext cx="22585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Optional, and starts with a hash #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Gives directions to a secondary resource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e.g. a section heading inside an article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208776" y="3886200"/>
            <a:ext cx="2350008" cy="457200"/>
          </a:xfrm>
          <a:prstGeom prst="roundRect">
            <a:avLst>
              <a:gd name="adj" fmla="val 12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6208776" y="388620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#History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90625685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Taking a URI apart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883158" y="1325880"/>
            <a:ext cx="435864" cy="438912"/>
          </a:xfrm>
          <a:prstGeom prst="roundRect">
            <a:avLst>
              <a:gd name="adj" fmla="val 10490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910590" y="1325880"/>
            <a:ext cx="399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endParaRPr lang="en-US" sz="1250" dirty="0"/>
          </a:p>
        </p:txBody>
      </p:sp>
      <p:sp>
        <p:nvSpPr>
          <p:cNvPr id="10" name="anim-0-28"/>
          <p:cNvSpPr/>
          <p:nvPr/>
        </p:nvSpPr>
        <p:spPr>
          <a:xfrm>
            <a:off x="1101090" y="1810512"/>
            <a:ext cx="914" cy="246888"/>
          </a:xfrm>
          <a:prstGeom prst="line">
            <a:avLst/>
          </a:prstGeom>
          <a:noFill/>
          <a:ln w="1905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anim-0-28"/>
          <p:cNvSpPr txBox="1"/>
          <p:nvPr/>
        </p:nvSpPr>
        <p:spPr>
          <a:xfrm>
            <a:off x="552450" y="2084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346454" y="1325880"/>
            <a:ext cx="3040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://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659636" y="1325880"/>
            <a:ext cx="1578864" cy="438912"/>
          </a:xfrm>
          <a:prstGeom prst="roundRect">
            <a:avLst>
              <a:gd name="adj" fmla="val 10417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687068" y="1325880"/>
            <a:ext cx="1542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en.wikipedia.org</a:t>
            </a:r>
            <a:endParaRPr lang="en-US" sz="1250" dirty="0"/>
          </a:p>
        </p:txBody>
      </p:sp>
      <p:sp>
        <p:nvSpPr>
          <p:cNvPr id="15" name="anim-2-29"/>
          <p:cNvSpPr/>
          <p:nvPr/>
        </p:nvSpPr>
        <p:spPr>
          <a:xfrm>
            <a:off x="2449068" y="1810512"/>
            <a:ext cx="914" cy="246888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anim-2-29"/>
          <p:cNvSpPr txBox="1"/>
          <p:nvPr/>
        </p:nvSpPr>
        <p:spPr>
          <a:xfrm>
            <a:off x="1900428" y="2084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authority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38500" y="1325880"/>
            <a:ext cx="912114" cy="438912"/>
          </a:xfrm>
          <a:prstGeom prst="roundRect">
            <a:avLst>
              <a:gd name="adj" fmla="val 10417"/>
            </a:avLst>
          </a:prstGeom>
          <a:solidFill>
            <a:srgbClr val="3F6FB5"/>
          </a:solidFill>
          <a:ln w="12700">
            <a:solidFill>
              <a:srgbClr val="3F6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3265932" y="1325880"/>
            <a:ext cx="8755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/wiki/URI</a:t>
            </a:r>
            <a:endParaRPr lang="en-US" sz="1250" dirty="0"/>
          </a:p>
        </p:txBody>
      </p:sp>
      <p:sp>
        <p:nvSpPr>
          <p:cNvPr id="19" name="anim-3-30"/>
          <p:cNvSpPr/>
          <p:nvPr/>
        </p:nvSpPr>
        <p:spPr>
          <a:xfrm>
            <a:off x="3694557" y="1810512"/>
            <a:ext cx="914" cy="246888"/>
          </a:xfrm>
          <a:prstGeom prst="line">
            <a:avLst/>
          </a:prstGeom>
          <a:noFill/>
          <a:ln w="19050">
            <a:solidFill>
              <a:srgbClr val="3F6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nim-3-30"/>
          <p:cNvSpPr txBox="1"/>
          <p:nvPr/>
        </p:nvSpPr>
        <p:spPr>
          <a:xfrm>
            <a:off x="3145917" y="2084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6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150614" y="1325880"/>
            <a:ext cx="1483614" cy="438912"/>
          </a:xfrm>
          <a:prstGeom prst="roundRect">
            <a:avLst>
              <a:gd name="adj" fmla="val 10417"/>
            </a:avLst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4178046" y="1325880"/>
            <a:ext cx="14470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?page=2&amp;frame=1</a:t>
            </a:r>
            <a:endParaRPr lang="en-US" sz="1250" dirty="0"/>
          </a:p>
        </p:txBody>
      </p:sp>
      <p:sp>
        <p:nvSpPr>
          <p:cNvPr id="23" name="anim-4-31"/>
          <p:cNvSpPr/>
          <p:nvPr/>
        </p:nvSpPr>
        <p:spPr>
          <a:xfrm>
            <a:off x="4892421" y="1810512"/>
            <a:ext cx="914" cy="246888"/>
          </a:xfrm>
          <a:prstGeom prst="line">
            <a:avLst/>
          </a:prstGeom>
          <a:noFill/>
          <a:ln w="19050">
            <a:solidFill>
              <a:srgbClr val="C98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anim-4-31"/>
          <p:cNvSpPr txBox="1"/>
          <p:nvPr/>
        </p:nvSpPr>
        <p:spPr>
          <a:xfrm>
            <a:off x="4343781" y="2084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8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634228" y="1325880"/>
            <a:ext cx="2626614" cy="438912"/>
          </a:xfrm>
          <a:prstGeom prst="roundRect">
            <a:avLst>
              <a:gd name="adj" fmla="val 10417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5661660" y="1325880"/>
            <a:ext cx="25900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#Examples_of_URI_references</a:t>
            </a:r>
            <a:endParaRPr lang="en-US" sz="1250" dirty="0"/>
          </a:p>
        </p:txBody>
      </p:sp>
      <p:sp>
        <p:nvSpPr>
          <p:cNvPr id="27" name="anim-5-32"/>
          <p:cNvSpPr/>
          <p:nvPr/>
        </p:nvSpPr>
        <p:spPr>
          <a:xfrm>
            <a:off x="6947535" y="1810512"/>
            <a:ext cx="914" cy="246888"/>
          </a:xfrm>
          <a:prstGeom prst="line">
            <a:avLst/>
          </a:prstGeom>
          <a:noFill/>
          <a:ln w="1905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anim-5-32"/>
          <p:cNvSpPr txBox="1"/>
          <p:nvPr/>
        </p:nvSpPr>
        <p:spPr>
          <a:xfrm>
            <a:off x="6398895" y="2084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2395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to label each part.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27889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YOURSELF: CLICK TO OPEN</a:t>
            </a:r>
            <a:endParaRPr lang="en-US" sz="850" dirty="0"/>
          </a:p>
        </p:txBody>
      </p:sp>
      <p:sp>
        <p:nvSpPr>
          <p:cNvPr id="31" name="btn">
            <a:hlinkClick r:id="rId4"/>
          </p:cNvPr>
          <p:cNvSpPr/>
          <p:nvPr/>
        </p:nvSpPr>
        <p:spPr>
          <a:xfrm>
            <a:off x="457200" y="3063240"/>
            <a:ext cx="60350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8E6CC8"/>
            </a:solidFill>
          </a:ln>
        </p:spPr>
        <p:txBody>
          <a:bodyPr wrap="square" lIns="12700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portal.aiub.edu/Login?ReturnUrl=%2fStudent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6629400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↗  has a path and a query</a:t>
            </a:r>
            <a:endParaRPr lang="en-US" sz="1050" dirty="0"/>
          </a:p>
        </p:txBody>
      </p:sp>
      <p:sp>
        <p:nvSpPr>
          <p:cNvPr id="33" name="btn">
            <a:hlinkClick r:id="rId5"/>
          </p:cNvPr>
          <p:cNvSpPr/>
          <p:nvPr/>
        </p:nvSpPr>
        <p:spPr>
          <a:xfrm>
            <a:off x="457200" y="3584448"/>
            <a:ext cx="60350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8E6CC8"/>
            </a:solidFill>
          </a:ln>
        </p:spPr>
        <p:txBody>
          <a:bodyPr wrap="square" lIns="12700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en.wikipedia.org/wiki/American_International_University-Bangladesh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6629400" y="35844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↗  has an authority and a path</a:t>
            </a:r>
            <a:endParaRPr lang="en-US" sz="1050" dirty="0"/>
          </a:p>
        </p:txBody>
      </p:sp>
      <p:sp>
        <p:nvSpPr>
          <p:cNvPr id="35" name="btn">
            <a:hlinkClick r:id="rId6"/>
          </p:cNvPr>
          <p:cNvSpPr/>
          <p:nvPr/>
        </p:nvSpPr>
        <p:spPr>
          <a:xfrm>
            <a:off x="457200" y="4105656"/>
            <a:ext cx="60350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8E6CC8"/>
            </a:solidFill>
          </a:ln>
        </p:spPr>
        <p:txBody>
          <a:bodyPr wrap="square" lIns="12700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en.wikipedia.org/wiki/American_International_University-Bangladesh#Extracurricular_activities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6629400" y="410565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↗  adds a fragment that jumps to a section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05275887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5" grpId="0" animBg="1"/>
      <p:bldP spid="16" grpId="0" animBg="1"/>
      <p:bldP spid="19" grpId="0" animBg="1"/>
      <p:bldP spid="20" grpId="0" animBg="1"/>
      <p:bldP spid="23" grpId="0" animBg="1"/>
      <p:bldP spid="24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 · QUIZ 3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800" dirty="0"/>
          </a:p>
        </p:txBody>
      </p:sp>
      <p:sp>
        <p:nvSpPr>
          <p:cNvPr id="6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" y="709574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5029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https://portal.aiub.edu/Login?ReturnUrl=%2fStudent, which part is ReturnUrl=%2fStudent?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1389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an answer to check it.</a:t>
            </a:r>
            <a:endParaRPr lang="en-US" sz="1000" dirty="0"/>
          </a:p>
        </p:txBody>
      </p:sp>
      <p:sp>
        <p:nvSpPr>
          <p:cNvPr id="11" name="btn">
            <a:hlinkClick r:id="" action="ppaction://noaction"/>
          </p:cNvPr>
          <p:cNvSpPr/>
          <p:nvPr/>
        </p:nvSpPr>
        <p:spPr>
          <a:xfrm>
            <a:off x="45720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scheme</a:t>
            </a:r>
            <a:endParaRPr lang="en-US" sz="1400" dirty="0"/>
          </a:p>
        </p:txBody>
      </p:sp>
      <p:sp>
        <p:nvSpPr>
          <p:cNvPr id="12" name="btn">
            <a:hlinkClick r:id="" action="ppaction://noaction"/>
          </p:cNvPr>
          <p:cNvSpPr/>
          <p:nvPr/>
        </p:nvSpPr>
        <p:spPr>
          <a:xfrm>
            <a:off x="65836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btn">
            <a:hlinkClick r:id="" action="ppaction://noaction"/>
          </p:cNvPr>
          <p:cNvSpPr/>
          <p:nvPr/>
        </p:nvSpPr>
        <p:spPr>
          <a:xfrm>
            <a:off x="466344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authority</a:t>
            </a:r>
            <a:endParaRPr lang="en-US" sz="1400" dirty="0"/>
          </a:p>
        </p:txBody>
      </p:sp>
      <p:sp>
        <p:nvSpPr>
          <p:cNvPr id="14" name="btn">
            <a:hlinkClick r:id="" action="ppaction://noaction"/>
          </p:cNvPr>
          <p:cNvSpPr/>
          <p:nvPr/>
        </p:nvSpPr>
        <p:spPr>
          <a:xfrm>
            <a:off x="486460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btn">
            <a:hlinkClick r:id="" action="ppaction://noaction"/>
          </p:cNvPr>
          <p:cNvSpPr/>
          <p:nvPr/>
        </p:nvSpPr>
        <p:spPr>
          <a:xfrm>
            <a:off x="45720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path</a:t>
            </a:r>
            <a:endParaRPr lang="en-US" sz="1400" dirty="0"/>
          </a:p>
        </p:txBody>
      </p:sp>
      <p:sp>
        <p:nvSpPr>
          <p:cNvPr id="16" name="btn">
            <a:hlinkClick r:id="" action="ppaction://noaction"/>
          </p:cNvPr>
          <p:cNvSpPr/>
          <p:nvPr/>
        </p:nvSpPr>
        <p:spPr>
          <a:xfrm>
            <a:off x="65836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btn">
            <a:hlinkClick r:id="" action="ppaction://noaction"/>
          </p:cNvPr>
          <p:cNvSpPr/>
          <p:nvPr/>
        </p:nvSpPr>
        <p:spPr>
          <a:xfrm>
            <a:off x="466344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query</a:t>
            </a:r>
            <a:endParaRPr lang="en-US" sz="1400" dirty="0"/>
          </a:p>
        </p:txBody>
      </p:sp>
      <p:sp>
        <p:nvSpPr>
          <p:cNvPr id="18" name="btn">
            <a:hlinkClick r:id="" action="ppaction://noaction"/>
          </p:cNvPr>
          <p:cNvSpPr/>
          <p:nvPr/>
        </p:nvSpPr>
        <p:spPr>
          <a:xfrm>
            <a:off x="486460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344121899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HTTP Protocol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A4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language browsers and servers speak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800" dirty="0"/>
          </a:p>
        </p:txBody>
      </p:sp>
      <p:sp>
        <p:nvSpPr>
          <p:cNvPr id="8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D9CF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231560177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HTTP?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663399"/>
          </a:solidFill>
          <a:ln w="9525">
            <a:solidFill>
              <a:srgbClr val="66339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85800" y="118872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</a:t>
            </a:r>
            <a:r>
              <a:rPr lang="en-US" sz="1600" dirty="0">
                <a:solidFill>
                  <a:srgbClr val="E3D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HyperText Transfer Protocol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11887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Clients and web servers communicate by sending HTTP </a:t>
            </a: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requests</a:t>
            </a:r>
            <a:r>
              <a:rPr lang="en-US" sz="12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receiving HTTP </a:t>
            </a: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responses</a:t>
            </a:r>
            <a:r>
              <a:rPr lang="en-US" sz="12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250" dirty="0"/>
          </a:p>
        </p:txBody>
      </p:sp>
      <p:sp>
        <p:nvSpPr>
          <p:cNvPr id="11" name="anim-1-33"/>
          <p:cNvSpPr/>
          <p:nvPr/>
        </p:nvSpPr>
        <p:spPr>
          <a:xfrm>
            <a:off x="457200" y="237744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anim-1-33"/>
          <p:cNvSpPr/>
          <p:nvPr/>
        </p:nvSpPr>
        <p:spPr>
          <a:xfrm>
            <a:off x="658368" y="2560320"/>
            <a:ext cx="548640" cy="548640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anim-1-3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" y="2702966"/>
            <a:ext cx="263347" cy="263347"/>
          </a:xfrm>
          <a:prstGeom prst="rect">
            <a:avLst/>
          </a:prstGeom>
        </p:spPr>
      </p:pic>
      <p:sp>
        <p:nvSpPr>
          <p:cNvPr id="14" name="anim-1-33"/>
          <p:cNvSpPr txBox="1"/>
          <p:nvPr/>
        </p:nvSpPr>
        <p:spPr>
          <a:xfrm>
            <a:off x="1371600" y="2560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Connectionless</a:t>
            </a:r>
            <a:endParaRPr lang="en-US" sz="1600" dirty="0"/>
          </a:p>
        </p:txBody>
      </p:sp>
      <p:sp>
        <p:nvSpPr>
          <p:cNvPr id="15" name="anim-1-33"/>
          <p:cNvSpPr txBox="1"/>
          <p:nvPr/>
        </p:nvSpPr>
        <p:spPr>
          <a:xfrm>
            <a:off x="658368" y="3246120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client sends a request and waits. The server processes it and sends back a response. Client and server know about each other only during the current request and response.</a:t>
            </a:r>
            <a:endParaRPr lang="en-US" sz="1200" dirty="0"/>
          </a:p>
        </p:txBody>
      </p:sp>
      <p:sp>
        <p:nvSpPr>
          <p:cNvPr id="16" name="anim-2-34"/>
          <p:cNvSpPr/>
          <p:nvPr/>
        </p:nvSpPr>
        <p:spPr>
          <a:xfrm>
            <a:off x="4663440" y="237744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anim-2-34"/>
          <p:cNvSpPr/>
          <p:nvPr/>
        </p:nvSpPr>
        <p:spPr>
          <a:xfrm>
            <a:off x="4864608" y="2560320"/>
            <a:ext cx="548640" cy="548640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anim-2-3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7254" y="2702966"/>
            <a:ext cx="263347" cy="263347"/>
          </a:xfrm>
          <a:prstGeom prst="rect">
            <a:avLst/>
          </a:prstGeom>
        </p:spPr>
      </p:pic>
      <p:sp>
        <p:nvSpPr>
          <p:cNvPr id="19" name="anim-2-34"/>
          <p:cNvSpPr txBox="1"/>
          <p:nvPr/>
        </p:nvSpPr>
        <p:spPr>
          <a:xfrm>
            <a:off x="5577840" y="2560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Stateless</a:t>
            </a:r>
            <a:endParaRPr lang="en-US" sz="1600" dirty="0"/>
          </a:p>
        </p:txBody>
      </p:sp>
      <p:sp>
        <p:nvSpPr>
          <p:cNvPr id="20" name="anim-2-34"/>
          <p:cNvSpPr txBox="1"/>
          <p:nvPr/>
        </p:nvSpPr>
        <p:spPr>
          <a:xfrm>
            <a:off x="4864608" y="3246120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server and client are aware of each other only during the current request. Afterwards, both of them forget about each other.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1692591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request/response cycle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HTTP client sends a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message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 an HTTP server. The server, in turn, returns a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message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828800"/>
            <a:ext cx="2194560" cy="2194560"/>
          </a:xfrm>
          <a:prstGeom prst="roundRect">
            <a:avLst>
              <a:gd name="adj" fmla="val 3333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97280" y="2057400"/>
            <a:ext cx="914400" cy="9144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024" y="229514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client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3401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 browser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92240" y="1828800"/>
            <a:ext cx="2194560" cy="2194560"/>
          </a:xfrm>
          <a:prstGeom prst="roundRect">
            <a:avLst>
              <a:gd name="adj" fmla="val 3333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132320" y="2057400"/>
            <a:ext cx="914400" cy="91440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4" y="229514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9224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server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3401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 server</a:t>
            </a:r>
            <a:endParaRPr lang="en-US" sz="1100" dirty="0"/>
          </a:p>
        </p:txBody>
      </p:sp>
      <p:sp>
        <p:nvSpPr>
          <p:cNvPr id="19" name="anim-1-35"/>
          <p:cNvSpPr/>
          <p:nvPr/>
        </p:nvSpPr>
        <p:spPr>
          <a:xfrm>
            <a:off x="2834640" y="2331720"/>
            <a:ext cx="3474720" cy="914"/>
          </a:xfrm>
          <a:prstGeom prst="line">
            <a:avLst/>
          </a:prstGeom>
          <a:noFill/>
          <a:ln w="38100">
            <a:solidFill>
              <a:srgbClr val="6633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anim-1-35"/>
          <p:cNvSpPr/>
          <p:nvPr/>
        </p:nvSpPr>
        <p:spPr>
          <a:xfrm>
            <a:off x="3794760" y="193852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anim-1-35"/>
          <p:cNvSpPr txBox="1"/>
          <p:nvPr/>
        </p:nvSpPr>
        <p:spPr>
          <a:xfrm>
            <a:off x="3794760" y="1938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message</a:t>
            </a:r>
            <a:endParaRPr lang="en-US" sz="1000" dirty="0"/>
          </a:p>
        </p:txBody>
      </p:sp>
      <p:sp>
        <p:nvSpPr>
          <p:cNvPr id="22" name="anim-2-36"/>
          <p:cNvSpPr/>
          <p:nvPr/>
        </p:nvSpPr>
        <p:spPr>
          <a:xfrm>
            <a:off x="2834640" y="3291840"/>
            <a:ext cx="3474720" cy="914"/>
          </a:xfrm>
          <a:prstGeom prst="line">
            <a:avLst/>
          </a:prstGeom>
          <a:noFill/>
          <a:ln w="38100">
            <a:solidFill>
              <a:srgbClr val="2E9E6B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im-2-36"/>
          <p:cNvSpPr/>
          <p:nvPr/>
        </p:nvSpPr>
        <p:spPr>
          <a:xfrm>
            <a:off x="3749040" y="3401568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anim-2-36"/>
          <p:cNvSpPr txBox="1"/>
          <p:nvPr/>
        </p:nvSpPr>
        <p:spPr>
          <a:xfrm>
            <a:off x="3749040" y="3401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message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2834640" y="2679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over TCP/IP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to send the request, then the response.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8259690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by step: fetching a page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anim-1-37"/>
          <p:cNvSpPr/>
          <p:nvPr/>
        </p:nvSpPr>
        <p:spPr>
          <a:xfrm>
            <a:off x="457200" y="1188720"/>
            <a:ext cx="1517904" cy="237744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anim-1-37"/>
          <p:cNvSpPr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anim-1-37"/>
          <p:cNvSpPr txBox="1"/>
          <p:nvPr/>
        </p:nvSpPr>
        <p:spPr>
          <a:xfrm>
            <a:off x="5943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anim-1-37"/>
          <p:cNvSpPr/>
          <p:nvPr/>
        </p:nvSpPr>
        <p:spPr>
          <a:xfrm>
            <a:off x="1078992" y="1399032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anim-1-37"/>
          <p:cNvSpPr txBox="1"/>
          <p:nvPr/>
        </p:nvSpPr>
        <p:spPr>
          <a:xfrm>
            <a:off x="1078992" y="13990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800" dirty="0"/>
          </a:p>
        </p:txBody>
      </p:sp>
      <p:sp>
        <p:nvSpPr>
          <p:cNvPr id="13" name="anim-1-37"/>
          <p:cNvSpPr txBox="1"/>
          <p:nvPr/>
        </p:nvSpPr>
        <p:spPr>
          <a:xfrm>
            <a:off x="594360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issue a URL</a:t>
            </a:r>
            <a:endParaRPr lang="en-US" sz="1250" dirty="0"/>
          </a:p>
        </p:txBody>
      </p:sp>
      <p:sp>
        <p:nvSpPr>
          <p:cNvPr id="14" name="anim-1-37"/>
          <p:cNvSpPr txBox="1"/>
          <p:nvPr/>
        </p:nvSpPr>
        <p:spPr>
          <a:xfrm>
            <a:off x="594360" y="23774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e.g. www.abc.com/index.html typed into the browser</a:t>
            </a:r>
            <a:endParaRPr lang="en-US" sz="1050" dirty="0"/>
          </a:p>
        </p:txBody>
      </p:sp>
      <p:sp>
        <p:nvSpPr>
          <p:cNvPr id="15" name="anim-2-38"/>
          <p:cNvSpPr/>
          <p:nvPr/>
        </p:nvSpPr>
        <p:spPr>
          <a:xfrm>
            <a:off x="2139696" y="1188720"/>
            <a:ext cx="1517904" cy="237744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anim-2-38"/>
          <p:cNvSpPr/>
          <p:nvPr/>
        </p:nvSpPr>
        <p:spPr>
          <a:xfrm>
            <a:off x="2276856" y="1325880"/>
            <a:ext cx="384048" cy="38404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nim-2-38"/>
          <p:cNvSpPr txBox="1"/>
          <p:nvPr/>
        </p:nvSpPr>
        <p:spPr>
          <a:xfrm>
            <a:off x="2276856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anim-2-38"/>
          <p:cNvSpPr/>
          <p:nvPr/>
        </p:nvSpPr>
        <p:spPr>
          <a:xfrm>
            <a:off x="2761488" y="1399032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nim-2-38"/>
          <p:cNvSpPr txBox="1"/>
          <p:nvPr/>
        </p:nvSpPr>
        <p:spPr>
          <a:xfrm>
            <a:off x="2761488" y="13990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800" dirty="0"/>
          </a:p>
        </p:txBody>
      </p:sp>
      <p:sp>
        <p:nvSpPr>
          <p:cNvPr id="20" name="anim-2-38"/>
          <p:cNvSpPr txBox="1"/>
          <p:nvPr/>
        </p:nvSpPr>
        <p:spPr>
          <a:xfrm>
            <a:off x="2276856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sends a request</a:t>
            </a:r>
            <a:endParaRPr lang="en-US" sz="1250" dirty="0"/>
          </a:p>
        </p:txBody>
      </p:sp>
      <p:sp>
        <p:nvSpPr>
          <p:cNvPr id="21" name="anim-2-38"/>
          <p:cNvSpPr txBox="1"/>
          <p:nvPr/>
        </p:nvSpPr>
        <p:spPr>
          <a:xfrm>
            <a:off x="2276856" y="23774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URL becomes a request message sent to the server</a:t>
            </a:r>
            <a:endParaRPr lang="en-US" sz="1050" dirty="0"/>
          </a:p>
        </p:txBody>
      </p:sp>
      <p:sp>
        <p:nvSpPr>
          <p:cNvPr id="22" name="anim-3-39"/>
          <p:cNvSpPr/>
          <p:nvPr/>
        </p:nvSpPr>
        <p:spPr>
          <a:xfrm>
            <a:off x="3822192" y="1188720"/>
            <a:ext cx="1517904" cy="2377440"/>
          </a:xfrm>
          <a:prstGeom prst="roundRect">
            <a:avLst>
              <a:gd name="adj" fmla="val 4819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anim-3-39"/>
          <p:cNvSpPr/>
          <p:nvPr/>
        </p:nvSpPr>
        <p:spPr>
          <a:xfrm>
            <a:off x="3959352" y="1325880"/>
            <a:ext cx="384048" cy="384048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anim-3-39"/>
          <p:cNvSpPr txBox="1"/>
          <p:nvPr/>
        </p:nvSpPr>
        <p:spPr>
          <a:xfrm>
            <a:off x="3959352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anim-3-39"/>
          <p:cNvSpPr/>
          <p:nvPr/>
        </p:nvSpPr>
        <p:spPr>
          <a:xfrm>
            <a:off x="4443984" y="1399032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anim-3-39"/>
          <p:cNvSpPr txBox="1"/>
          <p:nvPr/>
        </p:nvSpPr>
        <p:spPr>
          <a:xfrm>
            <a:off x="4443984" y="13990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800" dirty="0"/>
          </a:p>
        </p:txBody>
      </p:sp>
      <p:sp>
        <p:nvSpPr>
          <p:cNvPr id="27" name="anim-3-39"/>
          <p:cNvSpPr txBox="1"/>
          <p:nvPr/>
        </p:nvSpPr>
        <p:spPr>
          <a:xfrm>
            <a:off x="3959352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maps the URL</a:t>
            </a:r>
            <a:endParaRPr lang="en-US" sz="1250" dirty="0"/>
          </a:p>
        </p:txBody>
      </p:sp>
      <p:sp>
        <p:nvSpPr>
          <p:cNvPr id="28" name="anim-3-39"/>
          <p:cNvSpPr txBox="1"/>
          <p:nvPr/>
        </p:nvSpPr>
        <p:spPr>
          <a:xfrm>
            <a:off x="3959352" y="23774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 file or a program under its document directory</a:t>
            </a:r>
            <a:endParaRPr lang="en-US" sz="1050" dirty="0"/>
          </a:p>
        </p:txBody>
      </p:sp>
      <p:sp>
        <p:nvSpPr>
          <p:cNvPr id="29" name="anim-4-40"/>
          <p:cNvSpPr/>
          <p:nvPr/>
        </p:nvSpPr>
        <p:spPr>
          <a:xfrm>
            <a:off x="5504688" y="1188720"/>
            <a:ext cx="1517904" cy="2377440"/>
          </a:xfrm>
          <a:prstGeom prst="roundRect">
            <a:avLst>
              <a:gd name="adj" fmla="val 4819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anim-4-40"/>
          <p:cNvSpPr/>
          <p:nvPr/>
        </p:nvSpPr>
        <p:spPr>
          <a:xfrm>
            <a:off x="5641848" y="1325880"/>
            <a:ext cx="384048" cy="384048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anim-4-40"/>
          <p:cNvSpPr txBox="1"/>
          <p:nvPr/>
        </p:nvSpPr>
        <p:spPr>
          <a:xfrm>
            <a:off x="5641848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anim-4-40"/>
          <p:cNvSpPr/>
          <p:nvPr/>
        </p:nvSpPr>
        <p:spPr>
          <a:xfrm>
            <a:off x="6126480" y="1399032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nim-4-40"/>
          <p:cNvSpPr txBox="1"/>
          <p:nvPr/>
        </p:nvSpPr>
        <p:spPr>
          <a:xfrm>
            <a:off x="6126480" y="13990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800" dirty="0"/>
          </a:p>
        </p:txBody>
      </p:sp>
      <p:sp>
        <p:nvSpPr>
          <p:cNvPr id="34" name="anim-4-40"/>
          <p:cNvSpPr txBox="1"/>
          <p:nvPr/>
        </p:nvSpPr>
        <p:spPr>
          <a:xfrm>
            <a:off x="5641848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responds</a:t>
            </a:r>
            <a:endParaRPr lang="en-US" sz="1250" dirty="0"/>
          </a:p>
        </p:txBody>
      </p:sp>
      <p:sp>
        <p:nvSpPr>
          <p:cNvPr id="35" name="anim-4-40"/>
          <p:cNvSpPr txBox="1"/>
          <p:nvPr/>
        </p:nvSpPr>
        <p:spPr>
          <a:xfrm>
            <a:off x="5641848" y="23774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the resource, or with an error message</a:t>
            </a:r>
            <a:endParaRPr lang="en-US" sz="1050" dirty="0"/>
          </a:p>
        </p:txBody>
      </p:sp>
      <p:sp>
        <p:nvSpPr>
          <p:cNvPr id="36" name="anim-5-41"/>
          <p:cNvSpPr/>
          <p:nvPr/>
        </p:nvSpPr>
        <p:spPr>
          <a:xfrm>
            <a:off x="7187184" y="1188720"/>
            <a:ext cx="1517904" cy="237744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anim-5-41"/>
          <p:cNvSpPr/>
          <p:nvPr/>
        </p:nvSpPr>
        <p:spPr>
          <a:xfrm>
            <a:off x="7324344" y="1325880"/>
            <a:ext cx="384048" cy="38404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anim-5-41"/>
          <p:cNvSpPr txBox="1"/>
          <p:nvPr/>
        </p:nvSpPr>
        <p:spPr>
          <a:xfrm>
            <a:off x="7324344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anim-5-41"/>
          <p:cNvSpPr/>
          <p:nvPr/>
        </p:nvSpPr>
        <p:spPr>
          <a:xfrm>
            <a:off x="7808976" y="1399032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anim-5-41"/>
          <p:cNvSpPr txBox="1"/>
          <p:nvPr/>
        </p:nvSpPr>
        <p:spPr>
          <a:xfrm>
            <a:off x="7808976" y="13990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800" dirty="0"/>
          </a:p>
        </p:txBody>
      </p:sp>
      <p:sp>
        <p:nvSpPr>
          <p:cNvPr id="41" name="anim-5-41"/>
          <p:cNvSpPr txBox="1"/>
          <p:nvPr/>
        </p:nvSpPr>
        <p:spPr>
          <a:xfrm>
            <a:off x="7324344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displays it</a:t>
            </a:r>
            <a:endParaRPr lang="en-US" sz="1250" dirty="0"/>
          </a:p>
        </p:txBody>
      </p:sp>
      <p:sp>
        <p:nvSpPr>
          <p:cNvPr id="42" name="anim-5-41"/>
          <p:cNvSpPr txBox="1"/>
          <p:nvPr/>
        </p:nvSpPr>
        <p:spPr>
          <a:xfrm>
            <a:off x="7324344" y="23774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response is formatted and shown to you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3749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URL SYNTAX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29768" y="4023360"/>
            <a:ext cx="847344" cy="384048"/>
          </a:xfrm>
          <a:prstGeom prst="roundRect">
            <a:avLst>
              <a:gd name="adj" fmla="val 11905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 txBox="1"/>
          <p:nvPr/>
        </p:nvSpPr>
        <p:spPr>
          <a:xfrm>
            <a:off x="457200" y="4023360"/>
            <a:ext cx="810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1304544" y="4023360"/>
            <a:ext cx="3154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://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1629156" y="4023360"/>
            <a:ext cx="847344" cy="384048"/>
          </a:xfrm>
          <a:prstGeom prst="roundRect">
            <a:avLst>
              <a:gd name="adj" fmla="val 11905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 txBox="1"/>
          <p:nvPr/>
        </p:nvSpPr>
        <p:spPr>
          <a:xfrm>
            <a:off x="1656588" y="4023360"/>
            <a:ext cx="810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hostname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2503932" y="4023360"/>
            <a:ext cx="117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2630424" y="4023360"/>
            <a:ext cx="451104" cy="384048"/>
          </a:xfrm>
          <a:prstGeom prst="roundRect">
            <a:avLst>
              <a:gd name="adj" fmla="val 11905"/>
            </a:avLst>
          </a:prstGeom>
          <a:solidFill>
            <a:srgbClr val="3F6FB5"/>
          </a:solidFill>
          <a:ln w="12700">
            <a:solidFill>
              <a:srgbClr val="3F6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 txBox="1"/>
          <p:nvPr/>
        </p:nvSpPr>
        <p:spPr>
          <a:xfrm>
            <a:off x="2657856" y="4023360"/>
            <a:ext cx="41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</a:t>
            </a:r>
            <a:endParaRPr lang="en-US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3108960" y="4023360"/>
            <a:ext cx="117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300" dirty="0"/>
          </a:p>
        </p:txBody>
      </p:sp>
      <p:sp>
        <p:nvSpPr>
          <p:cNvPr id="53" name="Shape 50"/>
          <p:cNvSpPr/>
          <p:nvPr/>
        </p:nvSpPr>
        <p:spPr>
          <a:xfrm>
            <a:off x="3235452" y="4023360"/>
            <a:ext cx="1837944" cy="384048"/>
          </a:xfrm>
          <a:prstGeom prst="roundRect">
            <a:avLst>
              <a:gd name="adj" fmla="val 11905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 txBox="1"/>
          <p:nvPr/>
        </p:nvSpPr>
        <p:spPr>
          <a:xfrm>
            <a:off x="3262884" y="402336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path-and-file-name</a:t>
            </a:r>
            <a:endParaRPr lang="en-US" sz="1300" dirty="0"/>
          </a:p>
        </p:txBody>
      </p:sp>
      <p:sp>
        <p:nvSpPr>
          <p:cNvPr id="55" name="Text 52"/>
          <p:cNvSpPr txBox="1"/>
          <p:nvPr/>
        </p:nvSpPr>
        <p:spPr>
          <a:xfrm>
            <a:off x="5283708" y="4096512"/>
            <a:ext cx="34030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URL (Uniform Resource Locator) uniquely identifies a resource on the Web.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6205382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request message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114800" cy="3429000"/>
          </a:xfrm>
          <a:prstGeom prst="roundRect">
            <a:avLst>
              <a:gd name="adj" fmla="val 21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06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97280" y="124358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1517904"/>
            <a:ext cx="3840480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/bookQuery 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www.test101.com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Accept: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image/gif, image/jpeg, */*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Accept-Language: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en-us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Accept-Encoding: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gzip, deflate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User-Agent: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Mozilla/5.0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application/x-www-form-urlencoded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Content-Length: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31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bookId=12345&amp;author=Tan+Ah+Teck</a:t>
            </a:r>
            <a:endParaRPr lang="en-US" sz="1050" dirty="0"/>
          </a:p>
        </p:txBody>
      </p:sp>
      <p:sp>
        <p:nvSpPr>
          <p:cNvPr id="14" name="anim-1-42"/>
          <p:cNvSpPr/>
          <p:nvPr/>
        </p:nvSpPr>
        <p:spPr>
          <a:xfrm>
            <a:off x="4709160" y="1545336"/>
            <a:ext cx="914" cy="105156"/>
          </a:xfrm>
          <a:prstGeom prst="line">
            <a:avLst/>
          </a:prstGeom>
          <a:noFill/>
          <a:ln w="254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anim-1-42"/>
          <p:cNvSpPr txBox="1"/>
          <p:nvPr/>
        </p:nvSpPr>
        <p:spPr>
          <a:xfrm>
            <a:off x="4828032" y="146075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line</a:t>
            </a:r>
            <a:endParaRPr lang="en-US" sz="1050" dirty="0"/>
          </a:p>
        </p:txBody>
      </p:sp>
      <p:sp>
        <p:nvSpPr>
          <p:cNvPr id="16" name="anim-2-43"/>
          <p:cNvSpPr/>
          <p:nvPr/>
        </p:nvSpPr>
        <p:spPr>
          <a:xfrm>
            <a:off x="4709160" y="1705356"/>
            <a:ext cx="914" cy="1065276"/>
          </a:xfrm>
          <a:prstGeom prst="line">
            <a:avLst/>
          </a:prstGeom>
          <a:noFill/>
          <a:ln w="254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nim-2-43"/>
          <p:cNvSpPr txBox="1"/>
          <p:nvPr/>
        </p:nvSpPr>
        <p:spPr>
          <a:xfrm>
            <a:off x="4828032" y="210083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headers</a:t>
            </a:r>
            <a:endParaRPr lang="en-US" sz="1050" dirty="0"/>
          </a:p>
        </p:txBody>
      </p:sp>
      <p:sp>
        <p:nvSpPr>
          <p:cNvPr id="18" name="anim-3-44"/>
          <p:cNvSpPr/>
          <p:nvPr/>
        </p:nvSpPr>
        <p:spPr>
          <a:xfrm>
            <a:off x="4709160" y="2825496"/>
            <a:ext cx="914" cy="105156"/>
          </a:xfrm>
          <a:prstGeom prst="line">
            <a:avLst/>
          </a:prstGeom>
          <a:noFill/>
          <a:ln w="254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nim-3-44"/>
          <p:cNvSpPr txBox="1"/>
          <p:nvPr/>
        </p:nvSpPr>
        <p:spPr>
          <a:xfrm>
            <a:off x="4828032" y="274091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Blank line</a:t>
            </a:r>
            <a:endParaRPr lang="en-US" sz="1050" dirty="0"/>
          </a:p>
        </p:txBody>
      </p:sp>
      <p:sp>
        <p:nvSpPr>
          <p:cNvPr id="20" name="anim-4-45"/>
          <p:cNvSpPr/>
          <p:nvPr/>
        </p:nvSpPr>
        <p:spPr>
          <a:xfrm>
            <a:off x="4709160" y="2985516"/>
            <a:ext cx="914" cy="105156"/>
          </a:xfrm>
          <a:prstGeom prst="line">
            <a:avLst/>
          </a:prstGeom>
          <a:noFill/>
          <a:ln w="254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anim-4-45"/>
          <p:cNvSpPr txBox="1"/>
          <p:nvPr/>
        </p:nvSpPr>
        <p:spPr>
          <a:xfrm>
            <a:off x="4828032" y="290093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 body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355080" y="1188720"/>
            <a:ext cx="2331720" cy="3429000"/>
          </a:xfrm>
          <a:prstGeom prst="roundRect">
            <a:avLst>
              <a:gd name="adj" fmla="val 3137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6510528" y="1325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browser sends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510528" y="1691640"/>
            <a:ext cx="2057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browser translates the URL you enter into a request message and sends it to the server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request line names the </a:t>
            </a:r>
            <a:r>
              <a:rPr lang="en-US" sz="10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the </a:t>
            </a:r>
            <a:r>
              <a:rPr lang="en-US" sz="10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</a:t>
            </a: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and the HTTP version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blank line separates the headers from the body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7147816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response message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114800" cy="3429000"/>
          </a:xfrm>
          <a:prstGeom prst="roundRect">
            <a:avLst>
              <a:gd name="adj" fmla="val 21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06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97280" y="124358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1517904"/>
            <a:ext cx="3840480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Date: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Sun, 08 Feb 2004 01:11:12 GMT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Server: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Apache/1.3.29 (Win32)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Last-Modified: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Sat, 07 Feb 2004 10:25:13 GMT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ETag: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"0-23-4024c3a5"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Accept-Ranges: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bytes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Content-Length: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21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Connection: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close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text/html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&lt;h1&gt;My Home page&lt;/h1&gt;</a:t>
            </a:r>
            <a:endParaRPr lang="en-US" sz="1100" dirty="0"/>
          </a:p>
        </p:txBody>
      </p:sp>
      <p:sp>
        <p:nvSpPr>
          <p:cNvPr id="14" name="anim-1-46"/>
          <p:cNvSpPr/>
          <p:nvPr/>
        </p:nvSpPr>
        <p:spPr>
          <a:xfrm>
            <a:off x="4709160" y="1545336"/>
            <a:ext cx="914" cy="112776"/>
          </a:xfrm>
          <a:prstGeom prst="line">
            <a:avLst/>
          </a:prstGeom>
          <a:noFill/>
          <a:ln w="254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anim-1-46"/>
          <p:cNvSpPr txBox="1"/>
          <p:nvPr/>
        </p:nvSpPr>
        <p:spPr>
          <a:xfrm>
            <a:off x="4828032" y="14645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line</a:t>
            </a:r>
            <a:endParaRPr lang="en-US" sz="1050" dirty="0"/>
          </a:p>
        </p:txBody>
      </p:sp>
      <p:sp>
        <p:nvSpPr>
          <p:cNvPr id="16" name="anim-2-47"/>
          <p:cNvSpPr/>
          <p:nvPr/>
        </p:nvSpPr>
        <p:spPr>
          <a:xfrm>
            <a:off x="4709160" y="1712976"/>
            <a:ext cx="914" cy="1286256"/>
          </a:xfrm>
          <a:prstGeom prst="line">
            <a:avLst/>
          </a:prstGeom>
          <a:noFill/>
          <a:ln w="254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nim-2-47"/>
          <p:cNvSpPr txBox="1"/>
          <p:nvPr/>
        </p:nvSpPr>
        <p:spPr>
          <a:xfrm>
            <a:off x="4828032" y="22189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headers</a:t>
            </a:r>
            <a:endParaRPr lang="en-US" sz="1050" dirty="0"/>
          </a:p>
        </p:txBody>
      </p:sp>
      <p:sp>
        <p:nvSpPr>
          <p:cNvPr id="18" name="anim-3-48"/>
          <p:cNvSpPr/>
          <p:nvPr/>
        </p:nvSpPr>
        <p:spPr>
          <a:xfrm>
            <a:off x="4709160" y="3054096"/>
            <a:ext cx="914" cy="112776"/>
          </a:xfrm>
          <a:prstGeom prst="line">
            <a:avLst/>
          </a:prstGeom>
          <a:noFill/>
          <a:ln w="254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nim-3-48"/>
          <p:cNvSpPr txBox="1"/>
          <p:nvPr/>
        </p:nvSpPr>
        <p:spPr>
          <a:xfrm>
            <a:off x="4828032" y="29733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Blank line</a:t>
            </a:r>
            <a:endParaRPr lang="en-US" sz="1050" dirty="0"/>
          </a:p>
        </p:txBody>
      </p:sp>
      <p:sp>
        <p:nvSpPr>
          <p:cNvPr id="20" name="anim-4-49"/>
          <p:cNvSpPr/>
          <p:nvPr/>
        </p:nvSpPr>
        <p:spPr>
          <a:xfrm>
            <a:off x="4709160" y="3221736"/>
            <a:ext cx="914" cy="112776"/>
          </a:xfrm>
          <a:prstGeom prst="line">
            <a:avLst/>
          </a:prstGeom>
          <a:noFill/>
          <a:ln w="254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anim-4-49"/>
          <p:cNvSpPr txBox="1"/>
          <p:nvPr/>
        </p:nvSpPr>
        <p:spPr>
          <a:xfrm>
            <a:off x="4828032" y="31409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 body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355080" y="1188720"/>
            <a:ext cx="2331720" cy="3429000"/>
          </a:xfrm>
          <a:prstGeom prst="roundRect">
            <a:avLst>
              <a:gd name="adj" fmla="val 3137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6510528" y="1325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server returns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510528" y="1691640"/>
            <a:ext cx="2057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server maps the request to a </a:t>
            </a:r>
            <a:r>
              <a:rPr lang="en-US" sz="10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</a:t>
            </a: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 its document directory and returns it, or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maps it to a </a:t>
            </a:r>
            <a:r>
              <a:rPr lang="en-US" sz="10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</a:t>
            </a: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runs it, and returns the output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request cannot be satisfied, it returns an </a:t>
            </a:r>
            <a:r>
              <a:rPr lang="en-US" sz="10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message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4074394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codes: how did it go?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24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response starts with a three-digit status code. Click a code to open its MDN page.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1517904" cy="320040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94360" y="14630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5A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1xx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1938528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Informational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221284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received, continuing</a:t>
            </a:r>
            <a:endParaRPr lang="en-US" sz="1050" dirty="0"/>
          </a:p>
        </p:txBody>
      </p:sp>
      <p:sp>
        <p:nvSpPr>
          <p:cNvPr id="13" name="btn">
            <a:hlinkClick r:id="rId4"/>
          </p:cNvPr>
          <p:cNvSpPr/>
          <p:nvPr/>
        </p:nvSpPr>
        <p:spPr>
          <a:xfrm>
            <a:off x="566928" y="2834640"/>
            <a:ext cx="1298448" cy="731520"/>
          </a:xfrm>
          <a:prstGeom prst="roundRect">
            <a:avLst>
              <a:gd name="adj" fmla="val 7500"/>
            </a:avLst>
          </a:prstGeom>
          <a:solidFill>
            <a:srgbClr val="5A6B8C"/>
          </a:solidFill>
          <a:ln>
            <a:solidFill>
              <a:srgbClr val="5A6B8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139696" y="1371600"/>
            <a:ext cx="1517904" cy="320040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2276856" y="14630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2xx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2276856" y="1938528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2276856" y="221284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request worked</a:t>
            </a:r>
            <a:endParaRPr lang="en-US" sz="1050" dirty="0"/>
          </a:p>
        </p:txBody>
      </p:sp>
      <p:sp>
        <p:nvSpPr>
          <p:cNvPr id="18" name="btn">
            <a:hlinkClick r:id="rId5"/>
          </p:cNvPr>
          <p:cNvSpPr/>
          <p:nvPr/>
        </p:nvSpPr>
        <p:spPr>
          <a:xfrm>
            <a:off x="2249424" y="2834640"/>
            <a:ext cx="1298448" cy="731520"/>
          </a:xfrm>
          <a:prstGeom prst="roundRect">
            <a:avLst>
              <a:gd name="adj" fmla="val 7500"/>
            </a:avLst>
          </a:prstGeom>
          <a:solidFill>
            <a:srgbClr val="2E9E6B"/>
          </a:solidFill>
          <a:ln>
            <a:solidFill>
              <a:srgbClr val="2E9E6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</a:t>
            </a:r>
            <a:endParaRPr lang="en-US" sz="1300" dirty="0"/>
          </a:p>
        </p:txBody>
      </p:sp>
      <p:sp>
        <p:nvSpPr>
          <p:cNvPr id="19" name="btn">
            <a:hlinkClick r:id="rId6"/>
          </p:cNvPr>
          <p:cNvSpPr/>
          <p:nvPr/>
        </p:nvSpPr>
        <p:spPr>
          <a:xfrm>
            <a:off x="2249424" y="3675888"/>
            <a:ext cx="1298448" cy="731520"/>
          </a:xfrm>
          <a:prstGeom prst="roundRect">
            <a:avLst>
              <a:gd name="adj" fmla="val 7500"/>
            </a:avLst>
          </a:prstGeom>
          <a:solidFill>
            <a:srgbClr val="2E9E6B"/>
          </a:solidFill>
          <a:ln>
            <a:solidFill>
              <a:srgbClr val="2E9E6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Created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822192" y="1371600"/>
            <a:ext cx="1517904" cy="320040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3959352" y="14630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F6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3xx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3959352" y="1938528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Redirection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3959352" y="221284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somewhere else</a:t>
            </a:r>
            <a:endParaRPr lang="en-US" sz="1050" dirty="0"/>
          </a:p>
        </p:txBody>
      </p:sp>
      <p:sp>
        <p:nvSpPr>
          <p:cNvPr id="24" name="btn">
            <a:hlinkClick r:id="rId7"/>
          </p:cNvPr>
          <p:cNvSpPr/>
          <p:nvPr/>
        </p:nvSpPr>
        <p:spPr>
          <a:xfrm>
            <a:off x="3931920" y="2834640"/>
            <a:ext cx="1298448" cy="731520"/>
          </a:xfrm>
          <a:prstGeom prst="roundRect">
            <a:avLst>
              <a:gd name="adj" fmla="val 7500"/>
            </a:avLst>
          </a:prstGeom>
          <a:solidFill>
            <a:srgbClr val="3F6FB5"/>
          </a:solidFill>
          <a:ln>
            <a:solidFill>
              <a:srgbClr val="3F6FB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301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Moved Permanently</a:t>
            </a:r>
            <a:endParaRPr lang="en-US" sz="1300" dirty="0"/>
          </a:p>
        </p:txBody>
      </p:sp>
      <p:sp>
        <p:nvSpPr>
          <p:cNvPr id="25" name="btn">
            <a:hlinkClick r:id="rId8"/>
          </p:cNvPr>
          <p:cNvSpPr/>
          <p:nvPr/>
        </p:nvSpPr>
        <p:spPr>
          <a:xfrm>
            <a:off x="3931920" y="3675888"/>
            <a:ext cx="1298448" cy="731520"/>
          </a:xfrm>
          <a:prstGeom prst="roundRect">
            <a:avLst>
              <a:gd name="adj" fmla="val 7500"/>
            </a:avLst>
          </a:prstGeom>
          <a:solidFill>
            <a:srgbClr val="3F6FB5"/>
          </a:solidFill>
          <a:ln>
            <a:solidFill>
              <a:srgbClr val="3F6FB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304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Modified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504688" y="1371600"/>
            <a:ext cx="1517904" cy="320040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5641848" y="14630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98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4xx</a:t>
            </a:r>
            <a:endParaRPr lang="en-US" sz="2600" dirty="0"/>
          </a:p>
        </p:txBody>
      </p:sp>
      <p:sp>
        <p:nvSpPr>
          <p:cNvPr id="28" name="Text 25"/>
          <p:cNvSpPr txBox="1"/>
          <p:nvPr/>
        </p:nvSpPr>
        <p:spPr>
          <a:xfrm>
            <a:off x="5641848" y="1938528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error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5641848" y="221284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request has a problem</a:t>
            </a:r>
            <a:endParaRPr lang="en-US" sz="1050" dirty="0"/>
          </a:p>
        </p:txBody>
      </p:sp>
      <p:sp>
        <p:nvSpPr>
          <p:cNvPr id="30" name="btn">
            <a:hlinkClick r:id="rId9"/>
          </p:cNvPr>
          <p:cNvSpPr/>
          <p:nvPr/>
        </p:nvSpPr>
        <p:spPr>
          <a:xfrm>
            <a:off x="5614416" y="2834640"/>
            <a:ext cx="1298448" cy="731520"/>
          </a:xfrm>
          <a:prstGeom prst="roundRect">
            <a:avLst>
              <a:gd name="adj" fmla="val 7500"/>
            </a:avLst>
          </a:prstGeom>
          <a:solidFill>
            <a:srgbClr val="C98A12"/>
          </a:solidFill>
          <a:ln>
            <a:solidFill>
              <a:srgbClr val="C98A1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403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Forbidden</a:t>
            </a:r>
            <a:endParaRPr lang="en-US" sz="1300" dirty="0"/>
          </a:p>
        </p:txBody>
      </p:sp>
      <p:sp>
        <p:nvSpPr>
          <p:cNvPr id="31" name="btn">
            <a:hlinkClick r:id="rId10"/>
          </p:cNvPr>
          <p:cNvSpPr/>
          <p:nvPr/>
        </p:nvSpPr>
        <p:spPr>
          <a:xfrm>
            <a:off x="5614416" y="3675888"/>
            <a:ext cx="1298448" cy="731520"/>
          </a:xfrm>
          <a:prstGeom prst="roundRect">
            <a:avLst>
              <a:gd name="adj" fmla="val 7500"/>
            </a:avLst>
          </a:prstGeom>
          <a:solidFill>
            <a:srgbClr val="C98A12"/>
          </a:solidFill>
          <a:ln>
            <a:solidFill>
              <a:srgbClr val="C98A1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Found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7187184" y="1371600"/>
            <a:ext cx="1517904" cy="320040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7324344" y="14630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5xx</a:t>
            </a:r>
            <a:endParaRPr lang="en-US" sz="2600" dirty="0"/>
          </a:p>
        </p:txBody>
      </p:sp>
      <p:sp>
        <p:nvSpPr>
          <p:cNvPr id="34" name="Text 31"/>
          <p:cNvSpPr txBox="1"/>
          <p:nvPr/>
        </p:nvSpPr>
        <p:spPr>
          <a:xfrm>
            <a:off x="7324344" y="1938528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error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7324344" y="221284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server failed</a:t>
            </a:r>
            <a:endParaRPr lang="en-US" sz="1050" dirty="0"/>
          </a:p>
        </p:txBody>
      </p:sp>
      <p:sp>
        <p:nvSpPr>
          <p:cNvPr id="36" name="btn">
            <a:hlinkClick r:id="rId11"/>
          </p:cNvPr>
          <p:cNvSpPr/>
          <p:nvPr/>
        </p:nvSpPr>
        <p:spPr>
          <a:xfrm>
            <a:off x="7296912" y="2834640"/>
            <a:ext cx="1298448" cy="731520"/>
          </a:xfrm>
          <a:prstGeom prst="roundRect">
            <a:avLst>
              <a:gd name="adj" fmla="val 7500"/>
            </a:avLst>
          </a:prstGeom>
          <a:solidFill>
            <a:srgbClr val="D64545"/>
          </a:solidFill>
          <a:ln>
            <a:solidFill>
              <a:srgbClr val="D6454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Server Error</a:t>
            </a:r>
            <a:endParaRPr lang="en-US" sz="1300" dirty="0"/>
          </a:p>
        </p:txBody>
      </p:sp>
      <p:sp>
        <p:nvSpPr>
          <p:cNvPr id="37" name="btn">
            <a:hlinkClick r:id="rId12"/>
          </p:cNvPr>
          <p:cNvSpPr/>
          <p:nvPr/>
        </p:nvSpPr>
        <p:spPr>
          <a:xfrm>
            <a:off x="7296912" y="3675888"/>
            <a:ext cx="1298448" cy="731520"/>
          </a:xfrm>
          <a:prstGeom prst="roundRect">
            <a:avLst>
              <a:gd name="adj" fmla="val 7500"/>
            </a:avLst>
          </a:prstGeom>
          <a:solidFill>
            <a:srgbClr val="D64545"/>
          </a:solidFill>
          <a:ln>
            <a:solidFill>
              <a:srgbClr val="D6454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503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Unavailable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294899182"/>
      </p:ext>
    </p:ext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request methods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anim-1-50"/>
          <p:cNvSpPr/>
          <p:nvPr/>
        </p:nvSpPr>
        <p:spPr>
          <a:xfrm>
            <a:off x="45720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anim-1-50"/>
          <p:cNvSpPr/>
          <p:nvPr/>
        </p:nvSpPr>
        <p:spPr>
          <a:xfrm>
            <a:off x="658368" y="138988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anim-1-50"/>
          <p:cNvSpPr txBox="1"/>
          <p:nvPr/>
        </p:nvSpPr>
        <p:spPr>
          <a:xfrm>
            <a:off x="658368" y="13898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200" dirty="0"/>
          </a:p>
        </p:txBody>
      </p:sp>
      <p:sp>
        <p:nvSpPr>
          <p:cNvPr id="11" name="anim-1-50"/>
          <p:cNvSpPr txBox="1"/>
          <p:nvPr/>
        </p:nvSpPr>
        <p:spPr>
          <a:xfrm>
            <a:off x="658368" y="181051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a web resource from the server.</a:t>
            </a:r>
            <a:endParaRPr lang="en-US" sz="1250" dirty="0"/>
          </a:p>
        </p:txBody>
      </p:sp>
      <p:sp>
        <p:nvSpPr>
          <p:cNvPr id="12" name="anim-1-50"/>
          <p:cNvSpPr txBox="1"/>
          <p:nvPr/>
        </p:nvSpPr>
        <p:spPr>
          <a:xfrm>
            <a:off x="658368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e.g. Opening a page or an image</a:t>
            </a:r>
            <a:endParaRPr lang="en-US" sz="1050" dirty="0"/>
          </a:p>
        </p:txBody>
      </p:sp>
      <p:sp>
        <p:nvSpPr>
          <p:cNvPr id="13" name="anim-2-51"/>
          <p:cNvSpPr/>
          <p:nvPr/>
        </p:nvSpPr>
        <p:spPr>
          <a:xfrm>
            <a:off x="466344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anim-2-51"/>
          <p:cNvSpPr/>
          <p:nvPr/>
        </p:nvSpPr>
        <p:spPr>
          <a:xfrm>
            <a:off x="4864608" y="138988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3F6FB5"/>
          </a:solidFill>
          <a:ln w="12700">
            <a:solidFill>
              <a:srgbClr val="3F6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anim-2-51"/>
          <p:cNvSpPr txBox="1"/>
          <p:nvPr/>
        </p:nvSpPr>
        <p:spPr>
          <a:xfrm>
            <a:off x="4864608" y="13898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200" dirty="0"/>
          </a:p>
        </p:txBody>
      </p:sp>
      <p:sp>
        <p:nvSpPr>
          <p:cNvPr id="16" name="anim-2-51"/>
          <p:cNvSpPr txBox="1"/>
          <p:nvPr/>
        </p:nvSpPr>
        <p:spPr>
          <a:xfrm>
            <a:off x="4864608" y="181051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data up to the web server. HTML forms use POST.</a:t>
            </a:r>
            <a:endParaRPr lang="en-US" sz="1250" dirty="0"/>
          </a:p>
        </p:txBody>
      </p:sp>
      <p:sp>
        <p:nvSpPr>
          <p:cNvPr id="17" name="anim-2-51"/>
          <p:cNvSpPr txBox="1"/>
          <p:nvPr/>
        </p:nvSpPr>
        <p:spPr>
          <a:xfrm>
            <a:off x="4864608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e.g. Submitting a login form</a:t>
            </a:r>
            <a:endParaRPr lang="en-US" sz="1050" dirty="0"/>
          </a:p>
        </p:txBody>
      </p:sp>
      <p:sp>
        <p:nvSpPr>
          <p:cNvPr id="18" name="anim-3-52"/>
          <p:cNvSpPr/>
          <p:nvPr/>
        </p:nvSpPr>
        <p:spPr>
          <a:xfrm>
            <a:off x="457200" y="27889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anim-3-52"/>
          <p:cNvSpPr/>
          <p:nvPr/>
        </p:nvSpPr>
        <p:spPr>
          <a:xfrm>
            <a:off x="658368" y="299008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nim-3-52"/>
          <p:cNvSpPr txBox="1"/>
          <p:nvPr/>
        </p:nvSpPr>
        <p:spPr>
          <a:xfrm>
            <a:off x="658368" y="29900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200" dirty="0"/>
          </a:p>
        </p:txBody>
      </p:sp>
      <p:sp>
        <p:nvSpPr>
          <p:cNvPr id="21" name="anim-3-52"/>
          <p:cNvSpPr txBox="1"/>
          <p:nvPr/>
        </p:nvSpPr>
        <p:spPr>
          <a:xfrm>
            <a:off x="658368" y="341071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server to store the data.</a:t>
            </a:r>
            <a:endParaRPr lang="en-US" sz="1250" dirty="0"/>
          </a:p>
        </p:txBody>
      </p:sp>
      <p:sp>
        <p:nvSpPr>
          <p:cNvPr id="22" name="anim-3-52"/>
          <p:cNvSpPr txBox="1"/>
          <p:nvPr/>
        </p:nvSpPr>
        <p:spPr>
          <a:xfrm>
            <a:off x="658368" y="37947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e.g. Saving an edited profile</a:t>
            </a:r>
            <a:endParaRPr lang="en-US" sz="1050" dirty="0"/>
          </a:p>
        </p:txBody>
      </p:sp>
      <p:sp>
        <p:nvSpPr>
          <p:cNvPr id="23" name="anim-4-53"/>
          <p:cNvSpPr/>
          <p:nvPr/>
        </p:nvSpPr>
        <p:spPr>
          <a:xfrm>
            <a:off x="4663440" y="27889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anim-4-53"/>
          <p:cNvSpPr/>
          <p:nvPr/>
        </p:nvSpPr>
        <p:spPr>
          <a:xfrm>
            <a:off x="4864608" y="299008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nim-4-53"/>
          <p:cNvSpPr txBox="1"/>
          <p:nvPr/>
        </p:nvSpPr>
        <p:spPr>
          <a:xfrm>
            <a:off x="4864608" y="29900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200" dirty="0"/>
          </a:p>
        </p:txBody>
      </p:sp>
      <p:sp>
        <p:nvSpPr>
          <p:cNvPr id="26" name="anim-4-53"/>
          <p:cNvSpPr txBox="1"/>
          <p:nvPr/>
        </p:nvSpPr>
        <p:spPr>
          <a:xfrm>
            <a:off x="4864608" y="341071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server to delete the data.</a:t>
            </a:r>
            <a:endParaRPr lang="en-US" sz="1250" dirty="0"/>
          </a:p>
        </p:txBody>
      </p:sp>
      <p:sp>
        <p:nvSpPr>
          <p:cNvPr id="27" name="anim-4-53"/>
          <p:cNvSpPr txBox="1"/>
          <p:nvPr/>
        </p:nvSpPr>
        <p:spPr>
          <a:xfrm>
            <a:off x="4864608" y="37947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e.g. Removing a post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01497153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activity: watch HTTP in your browser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384048" cy="38404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4572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87552" y="118872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a site in Chrome or Firefox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1801368"/>
            <a:ext cx="384048" cy="38404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5720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87552" y="175564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F12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 open the developer tools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2368296"/>
            <a:ext cx="384048" cy="38404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57200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87552" y="232257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tab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57200" y="2935224"/>
            <a:ext cx="384048" cy="38404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45720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87552" y="288950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Reload the page with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F5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3502152"/>
            <a:ext cx="384048" cy="38404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4572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87552" y="345643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the first request and read its method, status, and headers</a:t>
            </a:r>
            <a:endParaRPr lang="en-US" sz="1250" dirty="0"/>
          </a:p>
        </p:txBody>
      </p:sp>
      <p:sp>
        <p:nvSpPr>
          <p:cNvPr id="23" name="btn">
            <a:hlinkClick r:id="rId4"/>
          </p:cNvPr>
          <p:cNvSpPr/>
          <p:nvPr/>
        </p:nvSpPr>
        <p:spPr>
          <a:xfrm>
            <a:off x="457200" y="41605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aiub.edu  ↗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480560" y="1188720"/>
            <a:ext cx="4206240" cy="3383280"/>
          </a:xfrm>
          <a:prstGeom prst="roundRect">
            <a:avLst>
              <a:gd name="adj" fmla="val 1622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590288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709160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828032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029200" y="124358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5120640" y="12481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DevTools · Network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4517136" y="1463040"/>
            <a:ext cx="4133088" cy="3072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5" name="Table 0"/>
          <p:cNvGraphicFramePr>
            <a:graphicFrameLocks noGrp="1"/>
          </p:cNvGraphicFramePr>
          <p:nvPr/>
        </p:nvGraphicFramePr>
        <p:xfrm>
          <a:off x="4608576" y="1600200"/>
          <a:ext cx="3950208" cy="186537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</a:rPr>
                        <a:t>Name</a:t>
                      </a:r>
                      <a:endParaRPr lang="en-US" sz="950" dirty="0"/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</a:rPr>
                        <a:t>Method</a:t>
                      </a:r>
                      <a:endParaRPr lang="en-US" sz="950" dirty="0"/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</a:rPr>
                        <a:t>Status</a:t>
                      </a:r>
                      <a:endParaRPr lang="en-US" sz="950" dirty="0"/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www.aiub.edu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document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style.css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stylesheet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logo.png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png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main.js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script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old-banner.jpg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D645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jpeg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" name="Text 28"/>
          <p:cNvSpPr txBox="1"/>
          <p:nvPr/>
        </p:nvSpPr>
        <p:spPr>
          <a:xfrm>
            <a:off x="4608576" y="42153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Illustration: your list will look different.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11477219"/>
      </p:ext>
    </p:extLst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FURTHER READING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btn">
            <a:hlinkClick r:id="rId4"/>
          </p:cNvPr>
          <p:cNvSpPr/>
          <p:nvPr/>
        </p:nvSpPr>
        <p:spPr>
          <a:xfrm>
            <a:off x="457200" y="11887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76200" rIns="177800" bIns="762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Basics (NTU)  ↗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www.ntu.edu.sg/home/ehchua/programming/webprogramming/HTTP_Basics.html</a:t>
            </a:r>
            <a:endParaRPr lang="en-US" sz="1300" dirty="0"/>
          </a:p>
        </p:txBody>
      </p:sp>
      <p:sp>
        <p:nvSpPr>
          <p:cNvPr id="9" name="btn">
            <a:hlinkClick r:id="rId5"/>
          </p:cNvPr>
          <p:cNvSpPr/>
          <p:nvPr/>
        </p:nvSpPr>
        <p:spPr>
          <a:xfrm>
            <a:off x="4663440" y="11887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76200" rIns="177800" bIns="762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response status codes (MDN)  ↗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developer.mozilla.org/en-US/docs/Web/HTTP/Status</a:t>
            </a:r>
            <a:endParaRPr lang="en-US" sz="1300" dirty="0"/>
          </a:p>
        </p:txBody>
      </p:sp>
      <p:sp>
        <p:nvSpPr>
          <p:cNvPr id="10" name="btn">
            <a:hlinkClick r:id="rId6"/>
          </p:cNvPr>
          <p:cNvSpPr/>
          <p:nvPr/>
        </p:nvSpPr>
        <p:spPr>
          <a:xfrm>
            <a:off x="457200" y="2286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76200" rIns="177800" bIns="762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and XHTML (W3Schools)  ↗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www.w3schools.com/html/html_xhtml.asp</a:t>
            </a:r>
            <a:endParaRPr lang="en-US" sz="1300" dirty="0"/>
          </a:p>
        </p:txBody>
      </p:sp>
      <p:sp>
        <p:nvSpPr>
          <p:cNvPr id="11" name="btn">
            <a:hlinkClick r:id="rId7"/>
          </p:cNvPr>
          <p:cNvSpPr/>
          <p:nvPr/>
        </p:nvSpPr>
        <p:spPr>
          <a:xfrm>
            <a:off x="4663440" y="2286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76200" rIns="177800" bIns="762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XML (W3Schools)  ↗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www.w3schools.com/xml/xml_whatis.asp</a:t>
            </a:r>
            <a:endParaRPr lang="en-US" sz="1300" dirty="0"/>
          </a:p>
        </p:txBody>
      </p:sp>
      <p:sp>
        <p:nvSpPr>
          <p:cNvPr id="12" name="btn">
            <a:hlinkClick r:id="rId8"/>
          </p:cNvPr>
          <p:cNvSpPr/>
          <p:nvPr/>
        </p:nvSpPr>
        <p:spPr>
          <a:xfrm>
            <a:off x="457200" y="33832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76200" rIns="177800" bIns="762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the DOM (MDN)  ↗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developer.mozilla.org/en-US/docs/Web/API/Document_Object_Model/Introduction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480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 card to open the page.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94141017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 [1791165699252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58AA3F7-9A52-4229-99F0-B8D59800D85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89d44491-460b-485f-8c2a-e0d3629d125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3150</Words>
  <Application>Microsoft Office PowerPoint</Application>
  <PresentationFormat>On-screen Show (16:9)</PresentationFormat>
  <Paragraphs>686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Cambria</vt:lpstr>
      <vt:lpstr>Courier New</vt:lpstr>
      <vt:lpstr>Office Theme [1791165699252]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01 — Introduction to Web Technology</dc:title>
  <dc:subject>PptxGenJS Presentation</dc:subject>
  <dc:creator>Rifat Al Mamun Rudro</dc:creator>
  <cp:lastModifiedBy>RIFAT AL MAMUN RUDRO</cp:lastModifiedBy>
  <cp:revision>3</cp:revision>
  <dcterms:created xsi:type="dcterms:W3CDTF">2026-09-30T03:36:20Z</dcterms:created>
  <dcterms:modified xsi:type="dcterms:W3CDTF">2026-10-05T08:36:20Z</dcterms:modified>
</cp:coreProperties>
</file>