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44"/>
  </p:notesMasterIdLst>
  <p:sldIdLst>
    <p:sldId id="341" r:id="rId2"/>
    <p:sldId id="342" r:id="rId3"/>
    <p:sldId id="302" r:id="rId4"/>
    <p:sldId id="343" r:id="rId5"/>
    <p:sldId id="344" r:id="rId6"/>
    <p:sldId id="345" r:id="rId7"/>
    <p:sldId id="346" r:id="rId8"/>
    <p:sldId id="347" r:id="rId9"/>
    <p:sldId id="303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304" r:id="rId18"/>
    <p:sldId id="355" r:id="rId19"/>
    <p:sldId id="356" r:id="rId20"/>
    <p:sldId id="357" r:id="rId21"/>
    <p:sldId id="358" r:id="rId22"/>
    <p:sldId id="359" r:id="rId23"/>
    <p:sldId id="305" r:id="rId24"/>
    <p:sldId id="360" r:id="rId25"/>
    <p:sldId id="361" r:id="rId26"/>
    <p:sldId id="362" r:id="rId27"/>
    <p:sldId id="306" r:id="rId28"/>
    <p:sldId id="363" r:id="rId29"/>
    <p:sldId id="364" r:id="rId30"/>
    <p:sldId id="365" r:id="rId31"/>
    <p:sldId id="366" r:id="rId32"/>
    <p:sldId id="367" r:id="rId33"/>
    <p:sldId id="368" r:id="rId34"/>
    <p:sldId id="369" r:id="rId35"/>
    <p:sldId id="370" r:id="rId36"/>
    <p:sldId id="371" r:id="rId37"/>
    <p:sldId id="372" r:id="rId38"/>
    <p:sldId id="373" r:id="rId39"/>
    <p:sldId id="374" r:id="rId40"/>
    <p:sldId id="307" r:id="rId41"/>
    <p:sldId id="375" r:id="rId42"/>
    <p:sldId id="376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E50681-6BD8-4A31-91E4-4E22EC8C8F6D}" v="42" dt="2026-10-05T08:37:12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3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AT AL MAMUN RUDRO" userId="24b27b9a-aab3-4351-8aca-a88306e0f932" providerId="ADAL" clId="{DB9BBBDC-F455-4572-BF35-B25E0968203C}"/>
    <pc:docChg chg="custSel addSld delSld modSld addMainMaster delMainMaster">
      <pc:chgData name="RIFAT AL MAMUN RUDRO" userId="24b27b9a-aab3-4351-8aca-a88306e0f932" providerId="ADAL" clId="{DB9BBBDC-F455-4572-BF35-B25E0968203C}" dt="2026-10-05T08:37:40.656" v="200"/>
      <pc:docMkLst>
        <pc:docMk/>
      </pc:docMkLst>
      <pc:sldChg chg="del">
        <pc:chgData name="RIFAT AL MAMUN RUDRO" userId="24b27b9a-aab3-4351-8aca-a88306e0f932" providerId="ADAL" clId="{DB9BBBDC-F455-4572-BF35-B25E0968203C}" dt="2026-10-05T01:57:12.111" v="1"/>
        <pc:sldMkLst>
          <pc:docMk/>
          <pc:sldMk cId="0" sldId="256"/>
        </pc:sldMkLst>
      </pc:sldChg>
      <pc:sldChg chg="del mod modClrScheme chgLayout">
        <pc:chgData name="RIFAT AL MAMUN RUDRO" userId="24b27b9a-aab3-4351-8aca-a88306e0f932" providerId="ADAL" clId="{DB9BBBDC-F455-4572-BF35-B25E0968203C}" dt="2026-10-05T01:57:36.498" v="48"/>
        <pc:sldMkLst>
          <pc:docMk/>
          <pc:sldMk cId="0" sldId="257"/>
        </pc:sldMkLst>
      </pc:sldChg>
      <pc:sldChg chg="del mod modClrScheme chgLayout">
        <pc:chgData name="RIFAT AL MAMUN RUDRO" userId="24b27b9a-aab3-4351-8aca-a88306e0f932" providerId="ADAL" clId="{DB9BBBDC-F455-4572-BF35-B25E0968203C}" dt="2026-10-05T01:57:53.283" v="52"/>
        <pc:sldMkLst>
          <pc:docMk/>
          <pc:sldMk cId="0" sldId="258"/>
        </pc:sldMkLst>
      </pc:sldChg>
      <pc:sldChg chg="del mod modClrScheme chgLayout">
        <pc:chgData name="RIFAT AL MAMUN RUDRO" userId="24b27b9a-aab3-4351-8aca-a88306e0f932" providerId="ADAL" clId="{DB9BBBDC-F455-4572-BF35-B25E0968203C}" dt="2026-10-05T01:57:39.017" v="50"/>
        <pc:sldMkLst>
          <pc:docMk/>
          <pc:sldMk cId="0" sldId="259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48.951" v="64"/>
        <pc:sldMkLst>
          <pc:docMk/>
          <pc:sldMk cId="0" sldId="260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50.043" v="66"/>
        <pc:sldMkLst>
          <pc:docMk/>
          <pc:sldMk cId="0" sldId="261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51.099" v="68"/>
        <pc:sldMkLst>
          <pc:docMk/>
          <pc:sldMk cId="0" sldId="262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52.051" v="70"/>
        <pc:sldMkLst>
          <pc:docMk/>
          <pc:sldMk cId="0" sldId="263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03.617" v="54"/>
        <pc:sldMkLst>
          <pc:docMk/>
          <pc:sldMk cId="0" sldId="264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53.086" v="72"/>
        <pc:sldMkLst>
          <pc:docMk/>
          <pc:sldMk cId="0" sldId="265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54.115" v="74"/>
        <pc:sldMkLst>
          <pc:docMk/>
          <pc:sldMk cId="0" sldId="266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55.173" v="76"/>
        <pc:sldMkLst>
          <pc:docMk/>
          <pc:sldMk cId="0" sldId="267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56.215" v="78"/>
        <pc:sldMkLst>
          <pc:docMk/>
          <pc:sldMk cId="0" sldId="268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57.234" v="80"/>
        <pc:sldMkLst>
          <pc:docMk/>
          <pc:sldMk cId="0" sldId="269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58.196" v="82"/>
        <pc:sldMkLst>
          <pc:docMk/>
          <pc:sldMk cId="0" sldId="270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59.227" v="84"/>
        <pc:sldMkLst>
          <pc:docMk/>
          <pc:sldMk cId="0" sldId="271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13.268" v="56"/>
        <pc:sldMkLst>
          <pc:docMk/>
          <pc:sldMk cId="0" sldId="272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00.296" v="86"/>
        <pc:sldMkLst>
          <pc:docMk/>
          <pc:sldMk cId="0" sldId="273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01.366" v="88"/>
        <pc:sldMkLst>
          <pc:docMk/>
          <pc:sldMk cId="0" sldId="274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02.275" v="90"/>
        <pc:sldMkLst>
          <pc:docMk/>
          <pc:sldMk cId="0" sldId="275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09.563" v="92"/>
        <pc:sldMkLst>
          <pc:docMk/>
          <pc:sldMk cId="0" sldId="276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10.483" v="94"/>
        <pc:sldMkLst>
          <pc:docMk/>
          <pc:sldMk cId="0" sldId="277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23.327" v="58"/>
        <pc:sldMkLst>
          <pc:docMk/>
          <pc:sldMk cId="0" sldId="278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11.460" v="96"/>
        <pc:sldMkLst>
          <pc:docMk/>
          <pc:sldMk cId="0" sldId="279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12.578" v="98"/>
        <pc:sldMkLst>
          <pc:docMk/>
          <pc:sldMk cId="0" sldId="280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13.579" v="100"/>
        <pc:sldMkLst>
          <pc:docMk/>
          <pc:sldMk cId="0" sldId="281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33.374" v="60"/>
        <pc:sldMkLst>
          <pc:docMk/>
          <pc:sldMk cId="0" sldId="282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15.863" v="102"/>
        <pc:sldMkLst>
          <pc:docMk/>
          <pc:sldMk cId="0" sldId="283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17.330" v="104"/>
        <pc:sldMkLst>
          <pc:docMk/>
          <pc:sldMk cId="0" sldId="284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41.117" v="128"/>
        <pc:sldMkLst>
          <pc:docMk/>
          <pc:sldMk cId="0" sldId="285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18.063" v="106"/>
        <pc:sldMkLst>
          <pc:docMk/>
          <pc:sldMk cId="0" sldId="286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18.854" v="108"/>
        <pc:sldMkLst>
          <pc:docMk/>
          <pc:sldMk cId="0" sldId="287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19.736" v="110"/>
        <pc:sldMkLst>
          <pc:docMk/>
          <pc:sldMk cId="0" sldId="288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20.795" v="112"/>
        <pc:sldMkLst>
          <pc:docMk/>
          <pc:sldMk cId="0" sldId="289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21.845" v="114"/>
        <pc:sldMkLst>
          <pc:docMk/>
          <pc:sldMk cId="0" sldId="290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22.841" v="116"/>
        <pc:sldMkLst>
          <pc:docMk/>
          <pc:sldMk cId="0" sldId="291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23.884" v="118"/>
        <pc:sldMkLst>
          <pc:docMk/>
          <pc:sldMk cId="0" sldId="292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25.015" v="120"/>
        <pc:sldMkLst>
          <pc:docMk/>
          <pc:sldMk cId="0" sldId="293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25.949" v="122"/>
        <pc:sldMkLst>
          <pc:docMk/>
          <pc:sldMk cId="0" sldId="294"/>
        </pc:sldMkLst>
      </pc:sldChg>
      <pc:sldChg chg="del mod modClrScheme chgLayout">
        <pc:chgData name="RIFAT AL MAMUN RUDRO" userId="24b27b9a-aab3-4351-8aca-a88306e0f932" providerId="ADAL" clId="{DB9BBBDC-F455-4572-BF35-B25E0968203C}" dt="2026-10-05T01:58:43.374" v="62"/>
        <pc:sldMkLst>
          <pc:docMk/>
          <pc:sldMk cId="0" sldId="295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26.947" v="124"/>
        <pc:sldMkLst>
          <pc:docMk/>
          <pc:sldMk cId="0" sldId="296"/>
        </pc:sldMkLst>
      </pc:sldChg>
      <pc:sldChg chg="del mod modClrScheme chgLayout">
        <pc:chgData name="RIFAT AL MAMUN RUDRO" userId="24b27b9a-aab3-4351-8aca-a88306e0f932" providerId="ADAL" clId="{DB9BBBDC-F455-4572-BF35-B25E0968203C}" dt="2026-10-05T01:59:28.515" v="126"/>
        <pc:sldMkLst>
          <pc:docMk/>
          <pc:sldMk cId="0" sldId="297"/>
        </pc:sldMkLst>
      </pc:sldChg>
      <pc:sldChg chg="add del">
        <pc:chgData name="RIFAT AL MAMUN RUDRO" userId="24b27b9a-aab3-4351-8aca-a88306e0f932" providerId="ADAL" clId="{DB9BBBDC-F455-4572-BF35-B25E0968203C}" dt="2026-10-05T01:57:26.859" v="46"/>
        <pc:sldMkLst>
          <pc:docMk/>
          <pc:sldMk cId="4082380522" sldId="298"/>
        </pc:sldMkLst>
      </pc:sldChg>
      <pc:sldChg chg="add del">
        <pc:chgData name="RIFAT AL MAMUN RUDRO" userId="24b27b9a-aab3-4351-8aca-a88306e0f932" providerId="ADAL" clId="{DB9BBBDC-F455-4572-BF35-B25E0968203C}" dt="2026-10-05T08:37:36.610" v="130"/>
        <pc:sldMkLst>
          <pc:docMk/>
          <pc:sldMk cId="4076752161" sldId="299"/>
        </pc:sldMkLst>
      </pc:sldChg>
      <pc:sldChg chg="new del">
        <pc:chgData name="RIFAT AL MAMUN RUDRO" userId="24b27b9a-aab3-4351-8aca-a88306e0f932" providerId="ADAL" clId="{DB9BBBDC-F455-4572-BF35-B25E0968203C}" dt="2026-10-05T01:57:12.261" v="44"/>
        <pc:sldMkLst>
          <pc:docMk/>
          <pc:sldMk cId="4163981276" sldId="299"/>
        </pc:sldMkLst>
      </pc:sldChg>
      <pc:sldChg chg="add del">
        <pc:chgData name="RIFAT AL MAMUN RUDRO" userId="24b27b9a-aab3-4351-8aca-a88306e0f932" providerId="ADAL" clId="{DB9BBBDC-F455-4572-BF35-B25E0968203C}" dt="2026-10-05T08:37:36.864" v="132"/>
        <pc:sldMkLst>
          <pc:docMk/>
          <pc:sldMk cId="1738483084" sldId="300"/>
        </pc:sldMkLst>
      </pc:sldChg>
      <pc:sldChg chg="add del">
        <pc:chgData name="RIFAT AL MAMUN RUDRO" userId="24b27b9a-aab3-4351-8aca-a88306e0f932" providerId="ADAL" clId="{DB9BBBDC-F455-4572-BF35-B25E0968203C}" dt="2026-10-05T08:37:37.169" v="134"/>
        <pc:sldMkLst>
          <pc:docMk/>
          <pc:sldMk cId="3942069752" sldId="301"/>
        </pc:sldMkLst>
      </pc:sldChg>
      <pc:sldChg chg="add">
        <pc:chgData name="RIFAT AL MAMUN RUDRO" userId="24b27b9a-aab3-4351-8aca-a88306e0f932" providerId="ADAL" clId="{DB9BBBDC-F455-4572-BF35-B25E0968203C}" dt="2026-10-05T01:57:53.265" v="51"/>
        <pc:sldMkLst>
          <pc:docMk/>
          <pc:sldMk cId="268149899" sldId="302"/>
        </pc:sldMkLst>
      </pc:sldChg>
      <pc:sldChg chg="add">
        <pc:chgData name="RIFAT AL MAMUN RUDRO" userId="24b27b9a-aab3-4351-8aca-a88306e0f932" providerId="ADAL" clId="{DB9BBBDC-F455-4572-BF35-B25E0968203C}" dt="2026-10-05T01:58:03.613" v="53"/>
        <pc:sldMkLst>
          <pc:docMk/>
          <pc:sldMk cId="3778891187" sldId="303"/>
        </pc:sldMkLst>
      </pc:sldChg>
      <pc:sldChg chg="add">
        <pc:chgData name="RIFAT AL MAMUN RUDRO" userId="24b27b9a-aab3-4351-8aca-a88306e0f932" providerId="ADAL" clId="{DB9BBBDC-F455-4572-BF35-B25E0968203C}" dt="2026-10-05T01:58:13.255" v="55"/>
        <pc:sldMkLst>
          <pc:docMk/>
          <pc:sldMk cId="3864599512" sldId="304"/>
        </pc:sldMkLst>
      </pc:sldChg>
      <pc:sldChg chg="add">
        <pc:chgData name="RIFAT AL MAMUN RUDRO" userId="24b27b9a-aab3-4351-8aca-a88306e0f932" providerId="ADAL" clId="{DB9BBBDC-F455-4572-BF35-B25E0968203C}" dt="2026-10-05T01:58:23.316" v="57"/>
        <pc:sldMkLst>
          <pc:docMk/>
          <pc:sldMk cId="2658972567" sldId="305"/>
        </pc:sldMkLst>
      </pc:sldChg>
      <pc:sldChg chg="add">
        <pc:chgData name="RIFAT AL MAMUN RUDRO" userId="24b27b9a-aab3-4351-8aca-a88306e0f932" providerId="ADAL" clId="{DB9BBBDC-F455-4572-BF35-B25E0968203C}" dt="2026-10-05T01:58:33.360" v="59"/>
        <pc:sldMkLst>
          <pc:docMk/>
          <pc:sldMk cId="1692871804" sldId="306"/>
        </pc:sldMkLst>
      </pc:sldChg>
      <pc:sldChg chg="add">
        <pc:chgData name="RIFAT AL MAMUN RUDRO" userId="24b27b9a-aab3-4351-8aca-a88306e0f932" providerId="ADAL" clId="{DB9BBBDC-F455-4572-BF35-B25E0968203C}" dt="2026-10-05T01:58:43.346" v="61"/>
        <pc:sldMkLst>
          <pc:docMk/>
          <pc:sldMk cId="1891944709" sldId="307"/>
        </pc:sldMkLst>
      </pc:sldChg>
      <pc:sldChg chg="add del">
        <pc:chgData name="RIFAT AL MAMUN RUDRO" userId="24b27b9a-aab3-4351-8aca-a88306e0f932" providerId="ADAL" clId="{DB9BBBDC-F455-4572-BF35-B25E0968203C}" dt="2026-10-05T08:37:37.424" v="136"/>
        <pc:sldMkLst>
          <pc:docMk/>
          <pc:sldMk cId="1419516938" sldId="308"/>
        </pc:sldMkLst>
      </pc:sldChg>
      <pc:sldChg chg="add del">
        <pc:chgData name="RIFAT AL MAMUN RUDRO" userId="24b27b9a-aab3-4351-8aca-a88306e0f932" providerId="ADAL" clId="{DB9BBBDC-F455-4572-BF35-B25E0968203C}" dt="2026-10-05T08:37:37.578" v="138"/>
        <pc:sldMkLst>
          <pc:docMk/>
          <pc:sldMk cId="2683572090" sldId="309"/>
        </pc:sldMkLst>
      </pc:sldChg>
      <pc:sldChg chg="add del">
        <pc:chgData name="RIFAT AL MAMUN RUDRO" userId="24b27b9a-aab3-4351-8aca-a88306e0f932" providerId="ADAL" clId="{DB9BBBDC-F455-4572-BF35-B25E0968203C}" dt="2026-10-05T08:37:37.730" v="140"/>
        <pc:sldMkLst>
          <pc:docMk/>
          <pc:sldMk cId="3469175908" sldId="310"/>
        </pc:sldMkLst>
      </pc:sldChg>
      <pc:sldChg chg="add del">
        <pc:chgData name="RIFAT AL MAMUN RUDRO" userId="24b27b9a-aab3-4351-8aca-a88306e0f932" providerId="ADAL" clId="{DB9BBBDC-F455-4572-BF35-B25E0968203C}" dt="2026-10-05T08:37:37.945" v="142"/>
        <pc:sldMkLst>
          <pc:docMk/>
          <pc:sldMk cId="1545112180" sldId="311"/>
        </pc:sldMkLst>
      </pc:sldChg>
      <pc:sldChg chg="add del">
        <pc:chgData name="RIFAT AL MAMUN RUDRO" userId="24b27b9a-aab3-4351-8aca-a88306e0f932" providerId="ADAL" clId="{DB9BBBDC-F455-4572-BF35-B25E0968203C}" dt="2026-10-05T08:37:38.124" v="144"/>
        <pc:sldMkLst>
          <pc:docMk/>
          <pc:sldMk cId="2041935213" sldId="312"/>
        </pc:sldMkLst>
      </pc:sldChg>
      <pc:sldChg chg="add del">
        <pc:chgData name="RIFAT AL MAMUN RUDRO" userId="24b27b9a-aab3-4351-8aca-a88306e0f932" providerId="ADAL" clId="{DB9BBBDC-F455-4572-BF35-B25E0968203C}" dt="2026-10-05T08:37:38.201" v="146"/>
        <pc:sldMkLst>
          <pc:docMk/>
          <pc:sldMk cId="181418274" sldId="313"/>
        </pc:sldMkLst>
      </pc:sldChg>
      <pc:sldChg chg="add del">
        <pc:chgData name="RIFAT AL MAMUN RUDRO" userId="24b27b9a-aab3-4351-8aca-a88306e0f932" providerId="ADAL" clId="{DB9BBBDC-F455-4572-BF35-B25E0968203C}" dt="2026-10-05T08:37:38.280" v="148"/>
        <pc:sldMkLst>
          <pc:docMk/>
          <pc:sldMk cId="2367677152" sldId="314"/>
        </pc:sldMkLst>
      </pc:sldChg>
      <pc:sldChg chg="add del">
        <pc:chgData name="RIFAT AL MAMUN RUDRO" userId="24b27b9a-aab3-4351-8aca-a88306e0f932" providerId="ADAL" clId="{DB9BBBDC-F455-4572-BF35-B25E0968203C}" dt="2026-10-05T08:37:38.357" v="150"/>
        <pc:sldMkLst>
          <pc:docMk/>
          <pc:sldMk cId="997592164" sldId="315"/>
        </pc:sldMkLst>
      </pc:sldChg>
      <pc:sldChg chg="add del">
        <pc:chgData name="RIFAT AL MAMUN RUDRO" userId="24b27b9a-aab3-4351-8aca-a88306e0f932" providerId="ADAL" clId="{DB9BBBDC-F455-4572-BF35-B25E0968203C}" dt="2026-10-05T08:37:38.436" v="152"/>
        <pc:sldMkLst>
          <pc:docMk/>
          <pc:sldMk cId="3800801925" sldId="316"/>
        </pc:sldMkLst>
      </pc:sldChg>
      <pc:sldChg chg="add del">
        <pc:chgData name="RIFAT AL MAMUN RUDRO" userId="24b27b9a-aab3-4351-8aca-a88306e0f932" providerId="ADAL" clId="{DB9BBBDC-F455-4572-BF35-B25E0968203C}" dt="2026-10-05T08:37:38.511" v="154"/>
        <pc:sldMkLst>
          <pc:docMk/>
          <pc:sldMk cId="687674059" sldId="317"/>
        </pc:sldMkLst>
      </pc:sldChg>
      <pc:sldChg chg="add del">
        <pc:chgData name="RIFAT AL MAMUN RUDRO" userId="24b27b9a-aab3-4351-8aca-a88306e0f932" providerId="ADAL" clId="{DB9BBBDC-F455-4572-BF35-B25E0968203C}" dt="2026-10-05T08:37:38.592" v="156"/>
        <pc:sldMkLst>
          <pc:docMk/>
          <pc:sldMk cId="3049809148" sldId="318"/>
        </pc:sldMkLst>
      </pc:sldChg>
      <pc:sldChg chg="add del">
        <pc:chgData name="RIFAT AL MAMUN RUDRO" userId="24b27b9a-aab3-4351-8aca-a88306e0f932" providerId="ADAL" clId="{DB9BBBDC-F455-4572-BF35-B25E0968203C}" dt="2026-10-05T08:37:38.694" v="158"/>
        <pc:sldMkLst>
          <pc:docMk/>
          <pc:sldMk cId="3544590815" sldId="319"/>
        </pc:sldMkLst>
      </pc:sldChg>
      <pc:sldChg chg="add del">
        <pc:chgData name="RIFAT AL MAMUN RUDRO" userId="24b27b9a-aab3-4351-8aca-a88306e0f932" providerId="ADAL" clId="{DB9BBBDC-F455-4572-BF35-B25E0968203C}" dt="2026-10-05T08:37:38.772" v="160"/>
        <pc:sldMkLst>
          <pc:docMk/>
          <pc:sldMk cId="3543826700" sldId="320"/>
        </pc:sldMkLst>
      </pc:sldChg>
      <pc:sldChg chg="add del">
        <pc:chgData name="RIFAT AL MAMUN RUDRO" userId="24b27b9a-aab3-4351-8aca-a88306e0f932" providerId="ADAL" clId="{DB9BBBDC-F455-4572-BF35-B25E0968203C}" dt="2026-10-05T08:37:38.850" v="162"/>
        <pc:sldMkLst>
          <pc:docMk/>
          <pc:sldMk cId="2713453760" sldId="321"/>
        </pc:sldMkLst>
      </pc:sldChg>
      <pc:sldChg chg="add del">
        <pc:chgData name="RIFAT AL MAMUN RUDRO" userId="24b27b9a-aab3-4351-8aca-a88306e0f932" providerId="ADAL" clId="{DB9BBBDC-F455-4572-BF35-B25E0968203C}" dt="2026-10-05T08:37:38.938" v="164"/>
        <pc:sldMkLst>
          <pc:docMk/>
          <pc:sldMk cId="3925108143" sldId="322"/>
        </pc:sldMkLst>
      </pc:sldChg>
      <pc:sldChg chg="add del">
        <pc:chgData name="RIFAT AL MAMUN RUDRO" userId="24b27b9a-aab3-4351-8aca-a88306e0f932" providerId="ADAL" clId="{DB9BBBDC-F455-4572-BF35-B25E0968203C}" dt="2026-10-05T08:37:39.026" v="166"/>
        <pc:sldMkLst>
          <pc:docMk/>
          <pc:sldMk cId="2920989597" sldId="323"/>
        </pc:sldMkLst>
      </pc:sldChg>
      <pc:sldChg chg="add del">
        <pc:chgData name="RIFAT AL MAMUN RUDRO" userId="24b27b9a-aab3-4351-8aca-a88306e0f932" providerId="ADAL" clId="{DB9BBBDC-F455-4572-BF35-B25E0968203C}" dt="2026-10-05T08:37:39.131" v="168"/>
        <pc:sldMkLst>
          <pc:docMk/>
          <pc:sldMk cId="1575482653" sldId="324"/>
        </pc:sldMkLst>
      </pc:sldChg>
      <pc:sldChg chg="add del">
        <pc:chgData name="RIFAT AL MAMUN RUDRO" userId="24b27b9a-aab3-4351-8aca-a88306e0f932" providerId="ADAL" clId="{DB9BBBDC-F455-4572-BF35-B25E0968203C}" dt="2026-10-05T08:37:39.211" v="170"/>
        <pc:sldMkLst>
          <pc:docMk/>
          <pc:sldMk cId="291494194" sldId="325"/>
        </pc:sldMkLst>
      </pc:sldChg>
      <pc:sldChg chg="add del">
        <pc:chgData name="RIFAT AL MAMUN RUDRO" userId="24b27b9a-aab3-4351-8aca-a88306e0f932" providerId="ADAL" clId="{DB9BBBDC-F455-4572-BF35-B25E0968203C}" dt="2026-10-05T08:37:39.289" v="172"/>
        <pc:sldMkLst>
          <pc:docMk/>
          <pc:sldMk cId="2935222267" sldId="326"/>
        </pc:sldMkLst>
      </pc:sldChg>
      <pc:sldChg chg="add del">
        <pc:chgData name="RIFAT AL MAMUN RUDRO" userId="24b27b9a-aab3-4351-8aca-a88306e0f932" providerId="ADAL" clId="{DB9BBBDC-F455-4572-BF35-B25E0968203C}" dt="2026-10-05T08:37:39.392" v="174"/>
        <pc:sldMkLst>
          <pc:docMk/>
          <pc:sldMk cId="723388672" sldId="327"/>
        </pc:sldMkLst>
      </pc:sldChg>
      <pc:sldChg chg="add del">
        <pc:chgData name="RIFAT AL MAMUN RUDRO" userId="24b27b9a-aab3-4351-8aca-a88306e0f932" providerId="ADAL" clId="{DB9BBBDC-F455-4572-BF35-B25E0968203C}" dt="2026-10-05T08:37:39.475" v="176"/>
        <pc:sldMkLst>
          <pc:docMk/>
          <pc:sldMk cId="188788280" sldId="328"/>
        </pc:sldMkLst>
      </pc:sldChg>
      <pc:sldChg chg="add del">
        <pc:chgData name="RIFAT AL MAMUN RUDRO" userId="24b27b9a-aab3-4351-8aca-a88306e0f932" providerId="ADAL" clId="{DB9BBBDC-F455-4572-BF35-B25E0968203C}" dt="2026-10-05T08:37:39.633" v="180"/>
        <pc:sldMkLst>
          <pc:docMk/>
          <pc:sldMk cId="5850095" sldId="329"/>
        </pc:sldMkLst>
      </pc:sldChg>
      <pc:sldChg chg="add del">
        <pc:chgData name="RIFAT AL MAMUN RUDRO" userId="24b27b9a-aab3-4351-8aca-a88306e0f932" providerId="ADAL" clId="{DB9BBBDC-F455-4572-BF35-B25E0968203C}" dt="2026-10-05T08:37:39.705" v="182"/>
        <pc:sldMkLst>
          <pc:docMk/>
          <pc:sldMk cId="2667335232" sldId="330"/>
        </pc:sldMkLst>
      </pc:sldChg>
      <pc:sldChg chg="add del">
        <pc:chgData name="RIFAT AL MAMUN RUDRO" userId="24b27b9a-aab3-4351-8aca-a88306e0f932" providerId="ADAL" clId="{DB9BBBDC-F455-4572-BF35-B25E0968203C}" dt="2026-10-05T08:37:39.773" v="184"/>
        <pc:sldMkLst>
          <pc:docMk/>
          <pc:sldMk cId="2594672191" sldId="331"/>
        </pc:sldMkLst>
      </pc:sldChg>
      <pc:sldChg chg="add del">
        <pc:chgData name="RIFAT AL MAMUN RUDRO" userId="24b27b9a-aab3-4351-8aca-a88306e0f932" providerId="ADAL" clId="{DB9BBBDC-F455-4572-BF35-B25E0968203C}" dt="2026-10-05T08:37:39.848" v="186"/>
        <pc:sldMkLst>
          <pc:docMk/>
          <pc:sldMk cId="160257993" sldId="332"/>
        </pc:sldMkLst>
      </pc:sldChg>
      <pc:sldChg chg="add del">
        <pc:chgData name="RIFAT AL MAMUN RUDRO" userId="24b27b9a-aab3-4351-8aca-a88306e0f932" providerId="ADAL" clId="{DB9BBBDC-F455-4572-BF35-B25E0968203C}" dt="2026-10-05T08:37:39.932" v="188"/>
        <pc:sldMkLst>
          <pc:docMk/>
          <pc:sldMk cId="3081969047" sldId="333"/>
        </pc:sldMkLst>
      </pc:sldChg>
      <pc:sldChg chg="add del">
        <pc:chgData name="RIFAT AL MAMUN RUDRO" userId="24b27b9a-aab3-4351-8aca-a88306e0f932" providerId="ADAL" clId="{DB9BBBDC-F455-4572-BF35-B25E0968203C}" dt="2026-10-05T08:37:40.031" v="190"/>
        <pc:sldMkLst>
          <pc:docMk/>
          <pc:sldMk cId="1151069651" sldId="334"/>
        </pc:sldMkLst>
      </pc:sldChg>
      <pc:sldChg chg="add del">
        <pc:chgData name="RIFAT AL MAMUN RUDRO" userId="24b27b9a-aab3-4351-8aca-a88306e0f932" providerId="ADAL" clId="{DB9BBBDC-F455-4572-BF35-B25E0968203C}" dt="2026-10-05T08:37:40.146" v="192"/>
        <pc:sldMkLst>
          <pc:docMk/>
          <pc:sldMk cId="3964206985" sldId="335"/>
        </pc:sldMkLst>
      </pc:sldChg>
      <pc:sldChg chg="add del">
        <pc:chgData name="RIFAT AL MAMUN RUDRO" userId="24b27b9a-aab3-4351-8aca-a88306e0f932" providerId="ADAL" clId="{DB9BBBDC-F455-4572-BF35-B25E0968203C}" dt="2026-10-05T08:37:40.272" v="194"/>
        <pc:sldMkLst>
          <pc:docMk/>
          <pc:sldMk cId="225507029" sldId="336"/>
        </pc:sldMkLst>
      </pc:sldChg>
      <pc:sldChg chg="add del">
        <pc:chgData name="RIFAT AL MAMUN RUDRO" userId="24b27b9a-aab3-4351-8aca-a88306e0f932" providerId="ADAL" clId="{DB9BBBDC-F455-4572-BF35-B25E0968203C}" dt="2026-10-05T08:37:40.373" v="196"/>
        <pc:sldMkLst>
          <pc:docMk/>
          <pc:sldMk cId="3109643611" sldId="337"/>
        </pc:sldMkLst>
      </pc:sldChg>
      <pc:sldChg chg="add del">
        <pc:chgData name="RIFAT AL MAMUN RUDRO" userId="24b27b9a-aab3-4351-8aca-a88306e0f932" providerId="ADAL" clId="{DB9BBBDC-F455-4572-BF35-B25E0968203C}" dt="2026-10-05T08:37:40.536" v="198"/>
        <pc:sldMkLst>
          <pc:docMk/>
          <pc:sldMk cId="2944573953" sldId="338"/>
        </pc:sldMkLst>
      </pc:sldChg>
      <pc:sldChg chg="add del">
        <pc:chgData name="RIFAT AL MAMUN RUDRO" userId="24b27b9a-aab3-4351-8aca-a88306e0f932" providerId="ADAL" clId="{DB9BBBDC-F455-4572-BF35-B25E0968203C}" dt="2026-10-05T08:37:40.656" v="200"/>
        <pc:sldMkLst>
          <pc:docMk/>
          <pc:sldMk cId="810026978" sldId="339"/>
        </pc:sldMkLst>
      </pc:sldChg>
      <pc:sldChg chg="add del">
        <pc:chgData name="RIFAT AL MAMUN RUDRO" userId="24b27b9a-aab3-4351-8aca-a88306e0f932" providerId="ADAL" clId="{DB9BBBDC-F455-4572-BF35-B25E0968203C}" dt="2026-10-05T08:37:39.551" v="178"/>
        <pc:sldMkLst>
          <pc:docMk/>
          <pc:sldMk cId="622272117" sldId="340"/>
        </pc:sldMkLst>
      </pc:sldChg>
      <pc:sldChg chg="add">
        <pc:chgData name="RIFAT AL MAMUN RUDRO" userId="24b27b9a-aab3-4351-8aca-a88306e0f932" providerId="ADAL" clId="{DB9BBBDC-F455-4572-BF35-B25E0968203C}" dt="2026-10-05T08:37:36.538" v="129"/>
        <pc:sldMkLst>
          <pc:docMk/>
          <pc:sldMk cId="1350714833" sldId="341"/>
        </pc:sldMkLst>
      </pc:sldChg>
      <pc:sldChg chg="add">
        <pc:chgData name="RIFAT AL MAMUN RUDRO" userId="24b27b9a-aab3-4351-8aca-a88306e0f932" providerId="ADAL" clId="{DB9BBBDC-F455-4572-BF35-B25E0968203C}" dt="2026-10-05T08:37:36.841" v="131"/>
        <pc:sldMkLst>
          <pc:docMk/>
          <pc:sldMk cId="3485108813" sldId="342"/>
        </pc:sldMkLst>
      </pc:sldChg>
      <pc:sldChg chg="add">
        <pc:chgData name="RIFAT AL MAMUN RUDRO" userId="24b27b9a-aab3-4351-8aca-a88306e0f932" providerId="ADAL" clId="{DB9BBBDC-F455-4572-BF35-B25E0968203C}" dt="2026-10-05T08:37:37.134" v="133"/>
        <pc:sldMkLst>
          <pc:docMk/>
          <pc:sldMk cId="1041162181" sldId="343"/>
        </pc:sldMkLst>
      </pc:sldChg>
      <pc:sldChg chg="add">
        <pc:chgData name="RIFAT AL MAMUN RUDRO" userId="24b27b9a-aab3-4351-8aca-a88306e0f932" providerId="ADAL" clId="{DB9BBBDC-F455-4572-BF35-B25E0968203C}" dt="2026-10-05T08:37:37.397" v="135"/>
        <pc:sldMkLst>
          <pc:docMk/>
          <pc:sldMk cId="1614892545" sldId="344"/>
        </pc:sldMkLst>
      </pc:sldChg>
      <pc:sldChg chg="add">
        <pc:chgData name="RIFAT AL MAMUN RUDRO" userId="24b27b9a-aab3-4351-8aca-a88306e0f932" providerId="ADAL" clId="{DB9BBBDC-F455-4572-BF35-B25E0968203C}" dt="2026-10-05T08:37:37.553" v="137"/>
        <pc:sldMkLst>
          <pc:docMk/>
          <pc:sldMk cId="2229920259" sldId="345"/>
        </pc:sldMkLst>
      </pc:sldChg>
      <pc:sldChg chg="add">
        <pc:chgData name="RIFAT AL MAMUN RUDRO" userId="24b27b9a-aab3-4351-8aca-a88306e0f932" providerId="ADAL" clId="{DB9BBBDC-F455-4572-BF35-B25E0968203C}" dt="2026-10-05T08:37:37.706" v="139"/>
        <pc:sldMkLst>
          <pc:docMk/>
          <pc:sldMk cId="2335794284" sldId="346"/>
        </pc:sldMkLst>
      </pc:sldChg>
      <pc:sldChg chg="add">
        <pc:chgData name="RIFAT AL MAMUN RUDRO" userId="24b27b9a-aab3-4351-8aca-a88306e0f932" providerId="ADAL" clId="{DB9BBBDC-F455-4572-BF35-B25E0968203C}" dt="2026-10-05T08:37:37.908" v="141"/>
        <pc:sldMkLst>
          <pc:docMk/>
          <pc:sldMk cId="3342792524" sldId="347"/>
        </pc:sldMkLst>
      </pc:sldChg>
      <pc:sldChg chg="add">
        <pc:chgData name="RIFAT AL MAMUN RUDRO" userId="24b27b9a-aab3-4351-8aca-a88306e0f932" providerId="ADAL" clId="{DB9BBBDC-F455-4572-BF35-B25E0968203C}" dt="2026-10-05T08:37:38.115" v="143"/>
        <pc:sldMkLst>
          <pc:docMk/>
          <pc:sldMk cId="281923819" sldId="348"/>
        </pc:sldMkLst>
      </pc:sldChg>
      <pc:sldChg chg="add">
        <pc:chgData name="RIFAT AL MAMUN RUDRO" userId="24b27b9a-aab3-4351-8aca-a88306e0f932" providerId="ADAL" clId="{DB9BBBDC-F455-4572-BF35-B25E0968203C}" dt="2026-10-05T08:37:38.193" v="145"/>
        <pc:sldMkLst>
          <pc:docMk/>
          <pc:sldMk cId="1668326220" sldId="349"/>
        </pc:sldMkLst>
      </pc:sldChg>
      <pc:sldChg chg="add">
        <pc:chgData name="RIFAT AL MAMUN RUDRO" userId="24b27b9a-aab3-4351-8aca-a88306e0f932" providerId="ADAL" clId="{DB9BBBDC-F455-4572-BF35-B25E0968203C}" dt="2026-10-05T08:37:38.271" v="147"/>
        <pc:sldMkLst>
          <pc:docMk/>
          <pc:sldMk cId="735457359" sldId="350"/>
        </pc:sldMkLst>
      </pc:sldChg>
      <pc:sldChg chg="add">
        <pc:chgData name="RIFAT AL MAMUN RUDRO" userId="24b27b9a-aab3-4351-8aca-a88306e0f932" providerId="ADAL" clId="{DB9BBBDC-F455-4572-BF35-B25E0968203C}" dt="2026-10-05T08:37:38.348" v="149"/>
        <pc:sldMkLst>
          <pc:docMk/>
          <pc:sldMk cId="3114647428" sldId="351"/>
        </pc:sldMkLst>
      </pc:sldChg>
      <pc:sldChg chg="add">
        <pc:chgData name="RIFAT AL MAMUN RUDRO" userId="24b27b9a-aab3-4351-8aca-a88306e0f932" providerId="ADAL" clId="{DB9BBBDC-F455-4572-BF35-B25E0968203C}" dt="2026-10-05T08:37:38.425" v="151"/>
        <pc:sldMkLst>
          <pc:docMk/>
          <pc:sldMk cId="3977347453" sldId="352"/>
        </pc:sldMkLst>
      </pc:sldChg>
      <pc:sldChg chg="add">
        <pc:chgData name="RIFAT AL MAMUN RUDRO" userId="24b27b9a-aab3-4351-8aca-a88306e0f932" providerId="ADAL" clId="{DB9BBBDC-F455-4572-BF35-B25E0968203C}" dt="2026-10-05T08:37:38.503" v="153"/>
        <pc:sldMkLst>
          <pc:docMk/>
          <pc:sldMk cId="3055779378" sldId="353"/>
        </pc:sldMkLst>
      </pc:sldChg>
      <pc:sldChg chg="add">
        <pc:chgData name="RIFAT AL MAMUN RUDRO" userId="24b27b9a-aab3-4351-8aca-a88306e0f932" providerId="ADAL" clId="{DB9BBBDC-F455-4572-BF35-B25E0968203C}" dt="2026-10-05T08:37:38.583" v="155"/>
        <pc:sldMkLst>
          <pc:docMk/>
          <pc:sldMk cId="4088173592" sldId="354"/>
        </pc:sldMkLst>
      </pc:sldChg>
      <pc:sldChg chg="add">
        <pc:chgData name="RIFAT AL MAMUN RUDRO" userId="24b27b9a-aab3-4351-8aca-a88306e0f932" providerId="ADAL" clId="{DB9BBBDC-F455-4572-BF35-B25E0968203C}" dt="2026-10-05T08:37:38.686" v="157"/>
        <pc:sldMkLst>
          <pc:docMk/>
          <pc:sldMk cId="70611079" sldId="355"/>
        </pc:sldMkLst>
      </pc:sldChg>
      <pc:sldChg chg="add">
        <pc:chgData name="RIFAT AL MAMUN RUDRO" userId="24b27b9a-aab3-4351-8aca-a88306e0f932" providerId="ADAL" clId="{DB9BBBDC-F455-4572-BF35-B25E0968203C}" dt="2026-10-05T08:37:38.763" v="159"/>
        <pc:sldMkLst>
          <pc:docMk/>
          <pc:sldMk cId="978587151" sldId="356"/>
        </pc:sldMkLst>
      </pc:sldChg>
      <pc:sldChg chg="add">
        <pc:chgData name="RIFAT AL MAMUN RUDRO" userId="24b27b9a-aab3-4351-8aca-a88306e0f932" providerId="ADAL" clId="{DB9BBBDC-F455-4572-BF35-B25E0968203C}" dt="2026-10-05T08:37:38.844" v="161"/>
        <pc:sldMkLst>
          <pc:docMk/>
          <pc:sldMk cId="2054405806" sldId="357"/>
        </pc:sldMkLst>
      </pc:sldChg>
      <pc:sldChg chg="add">
        <pc:chgData name="RIFAT AL MAMUN RUDRO" userId="24b27b9a-aab3-4351-8aca-a88306e0f932" providerId="ADAL" clId="{DB9BBBDC-F455-4572-BF35-B25E0968203C}" dt="2026-10-05T08:37:38.930" v="163"/>
        <pc:sldMkLst>
          <pc:docMk/>
          <pc:sldMk cId="785371374" sldId="358"/>
        </pc:sldMkLst>
      </pc:sldChg>
      <pc:sldChg chg="add">
        <pc:chgData name="RIFAT AL MAMUN RUDRO" userId="24b27b9a-aab3-4351-8aca-a88306e0f932" providerId="ADAL" clId="{DB9BBBDC-F455-4572-BF35-B25E0968203C}" dt="2026-10-05T08:37:39.015" v="165"/>
        <pc:sldMkLst>
          <pc:docMk/>
          <pc:sldMk cId="3730427690" sldId="359"/>
        </pc:sldMkLst>
      </pc:sldChg>
      <pc:sldChg chg="add">
        <pc:chgData name="RIFAT AL MAMUN RUDRO" userId="24b27b9a-aab3-4351-8aca-a88306e0f932" providerId="ADAL" clId="{DB9BBBDC-F455-4572-BF35-B25E0968203C}" dt="2026-10-05T08:37:39.120" v="167"/>
        <pc:sldMkLst>
          <pc:docMk/>
          <pc:sldMk cId="3054657381" sldId="360"/>
        </pc:sldMkLst>
      </pc:sldChg>
      <pc:sldChg chg="add">
        <pc:chgData name="RIFAT AL MAMUN RUDRO" userId="24b27b9a-aab3-4351-8aca-a88306e0f932" providerId="ADAL" clId="{DB9BBBDC-F455-4572-BF35-B25E0968203C}" dt="2026-10-05T08:37:39.204" v="169"/>
        <pc:sldMkLst>
          <pc:docMk/>
          <pc:sldMk cId="2253373259" sldId="361"/>
        </pc:sldMkLst>
      </pc:sldChg>
      <pc:sldChg chg="add">
        <pc:chgData name="RIFAT AL MAMUN RUDRO" userId="24b27b9a-aab3-4351-8aca-a88306e0f932" providerId="ADAL" clId="{DB9BBBDC-F455-4572-BF35-B25E0968203C}" dt="2026-10-05T08:37:39.280" v="171"/>
        <pc:sldMkLst>
          <pc:docMk/>
          <pc:sldMk cId="2636578242" sldId="362"/>
        </pc:sldMkLst>
      </pc:sldChg>
      <pc:sldChg chg="add">
        <pc:chgData name="RIFAT AL MAMUN RUDRO" userId="24b27b9a-aab3-4351-8aca-a88306e0f932" providerId="ADAL" clId="{DB9BBBDC-F455-4572-BF35-B25E0968203C}" dt="2026-10-05T08:37:39.383" v="173"/>
        <pc:sldMkLst>
          <pc:docMk/>
          <pc:sldMk cId="1909304843" sldId="363"/>
        </pc:sldMkLst>
      </pc:sldChg>
      <pc:sldChg chg="add">
        <pc:chgData name="RIFAT AL MAMUN RUDRO" userId="24b27b9a-aab3-4351-8aca-a88306e0f932" providerId="ADAL" clId="{DB9BBBDC-F455-4572-BF35-B25E0968203C}" dt="2026-10-05T08:37:39.465" v="175"/>
        <pc:sldMkLst>
          <pc:docMk/>
          <pc:sldMk cId="3487525538" sldId="364"/>
        </pc:sldMkLst>
      </pc:sldChg>
      <pc:sldChg chg="add">
        <pc:chgData name="RIFAT AL MAMUN RUDRO" userId="24b27b9a-aab3-4351-8aca-a88306e0f932" providerId="ADAL" clId="{DB9BBBDC-F455-4572-BF35-B25E0968203C}" dt="2026-10-05T08:37:39.544" v="177"/>
        <pc:sldMkLst>
          <pc:docMk/>
          <pc:sldMk cId="1513210147" sldId="365"/>
        </pc:sldMkLst>
      </pc:sldChg>
      <pc:sldChg chg="add">
        <pc:chgData name="RIFAT AL MAMUN RUDRO" userId="24b27b9a-aab3-4351-8aca-a88306e0f932" providerId="ADAL" clId="{DB9BBBDC-F455-4572-BF35-B25E0968203C}" dt="2026-10-05T08:37:39.623" v="179"/>
        <pc:sldMkLst>
          <pc:docMk/>
          <pc:sldMk cId="3755177539" sldId="366"/>
        </pc:sldMkLst>
      </pc:sldChg>
      <pc:sldChg chg="add">
        <pc:chgData name="RIFAT AL MAMUN RUDRO" userId="24b27b9a-aab3-4351-8aca-a88306e0f932" providerId="ADAL" clId="{DB9BBBDC-F455-4572-BF35-B25E0968203C}" dt="2026-10-05T08:37:39.697" v="181"/>
        <pc:sldMkLst>
          <pc:docMk/>
          <pc:sldMk cId="2286856073" sldId="367"/>
        </pc:sldMkLst>
      </pc:sldChg>
      <pc:sldChg chg="add">
        <pc:chgData name="RIFAT AL MAMUN RUDRO" userId="24b27b9a-aab3-4351-8aca-a88306e0f932" providerId="ADAL" clId="{DB9BBBDC-F455-4572-BF35-B25E0968203C}" dt="2026-10-05T08:37:39.766" v="183"/>
        <pc:sldMkLst>
          <pc:docMk/>
          <pc:sldMk cId="75088568" sldId="368"/>
        </pc:sldMkLst>
      </pc:sldChg>
      <pc:sldChg chg="add">
        <pc:chgData name="RIFAT AL MAMUN RUDRO" userId="24b27b9a-aab3-4351-8aca-a88306e0f932" providerId="ADAL" clId="{DB9BBBDC-F455-4572-BF35-B25E0968203C}" dt="2026-10-05T08:37:39.840" v="185"/>
        <pc:sldMkLst>
          <pc:docMk/>
          <pc:sldMk cId="2150827232" sldId="369"/>
        </pc:sldMkLst>
      </pc:sldChg>
      <pc:sldChg chg="add">
        <pc:chgData name="RIFAT AL MAMUN RUDRO" userId="24b27b9a-aab3-4351-8aca-a88306e0f932" providerId="ADAL" clId="{DB9BBBDC-F455-4572-BF35-B25E0968203C}" dt="2026-10-05T08:37:39.925" v="187"/>
        <pc:sldMkLst>
          <pc:docMk/>
          <pc:sldMk cId="1102943746" sldId="370"/>
        </pc:sldMkLst>
      </pc:sldChg>
      <pc:sldChg chg="add">
        <pc:chgData name="RIFAT AL MAMUN RUDRO" userId="24b27b9a-aab3-4351-8aca-a88306e0f932" providerId="ADAL" clId="{DB9BBBDC-F455-4572-BF35-B25E0968203C}" dt="2026-10-05T08:37:40.020" v="189"/>
        <pc:sldMkLst>
          <pc:docMk/>
          <pc:sldMk cId="3783205544" sldId="371"/>
        </pc:sldMkLst>
      </pc:sldChg>
      <pc:sldChg chg="add">
        <pc:chgData name="RIFAT AL MAMUN RUDRO" userId="24b27b9a-aab3-4351-8aca-a88306e0f932" providerId="ADAL" clId="{DB9BBBDC-F455-4572-BF35-B25E0968203C}" dt="2026-10-05T08:37:40.128" v="191"/>
        <pc:sldMkLst>
          <pc:docMk/>
          <pc:sldMk cId="536916353" sldId="372"/>
        </pc:sldMkLst>
      </pc:sldChg>
      <pc:sldChg chg="add">
        <pc:chgData name="RIFAT AL MAMUN RUDRO" userId="24b27b9a-aab3-4351-8aca-a88306e0f932" providerId="ADAL" clId="{DB9BBBDC-F455-4572-BF35-B25E0968203C}" dt="2026-10-05T08:37:40.264" v="193"/>
        <pc:sldMkLst>
          <pc:docMk/>
          <pc:sldMk cId="3683666666" sldId="373"/>
        </pc:sldMkLst>
      </pc:sldChg>
      <pc:sldChg chg="add">
        <pc:chgData name="RIFAT AL MAMUN RUDRO" userId="24b27b9a-aab3-4351-8aca-a88306e0f932" providerId="ADAL" clId="{DB9BBBDC-F455-4572-BF35-B25E0968203C}" dt="2026-10-05T08:37:40.364" v="195"/>
        <pc:sldMkLst>
          <pc:docMk/>
          <pc:sldMk cId="207679590" sldId="374"/>
        </pc:sldMkLst>
      </pc:sldChg>
      <pc:sldChg chg="add">
        <pc:chgData name="RIFAT AL MAMUN RUDRO" userId="24b27b9a-aab3-4351-8aca-a88306e0f932" providerId="ADAL" clId="{DB9BBBDC-F455-4572-BF35-B25E0968203C}" dt="2026-10-05T08:37:40.527" v="197"/>
        <pc:sldMkLst>
          <pc:docMk/>
          <pc:sldMk cId="3844980663" sldId="375"/>
        </pc:sldMkLst>
      </pc:sldChg>
      <pc:sldChg chg="add">
        <pc:chgData name="RIFAT AL MAMUN RUDRO" userId="24b27b9a-aab3-4351-8aca-a88306e0f932" providerId="ADAL" clId="{DB9BBBDC-F455-4572-BF35-B25E0968203C}" dt="2026-10-05T08:37:40.643" v="199"/>
        <pc:sldMkLst>
          <pc:docMk/>
          <pc:sldMk cId="2501473421" sldId="376"/>
        </pc:sldMkLst>
      </pc:sldChg>
      <pc:sldMasterChg chg="del delSldLayout">
        <pc:chgData name="RIFAT AL MAMUN RUDRO" userId="24b27b9a-aab3-4351-8aca-a88306e0f932" providerId="ADAL" clId="{DB9BBBDC-F455-4572-BF35-B25E0968203C}" dt="2026-10-05T01:57:12.261" v="44"/>
        <pc:sldMasterMkLst>
          <pc:docMk/>
          <pc:sldMasterMk cId="0" sldId="2147483648"/>
        </pc:sldMasterMkLst>
        <pc:sldLayoutChg chg="del">
          <pc:chgData name="RIFAT AL MAMUN RUDRO" userId="24b27b9a-aab3-4351-8aca-a88306e0f932" providerId="ADAL" clId="{DB9BBBDC-F455-4572-BF35-B25E0968203C}" dt="2026-10-05T01:57:12.261" v="44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add addSldLayout modSldLayout">
        <pc:chgData name="RIFAT AL MAMUN RUDRO" userId="24b27b9a-aab3-4351-8aca-a88306e0f932" providerId="ADAL" clId="{DB9BBBDC-F455-4572-BF35-B25E0968203C}" dt="2026-10-05T01:57:12.085" v="0"/>
        <pc:sldMasterMkLst>
          <pc:docMk/>
          <pc:sldMasterMk cId="0" sldId="2147483650"/>
        </pc:sldMasterMkLst>
        <pc:sldLayoutChg chg="add mod">
          <pc:chgData name="RIFAT AL MAMUN RUDRO" userId="24b27b9a-aab3-4351-8aca-a88306e0f932" providerId="ADAL" clId="{DB9BBBDC-F455-4572-BF35-B25E0968203C}" dt="2026-10-05T01:57:12.085" v="0"/>
          <pc:sldLayoutMkLst>
            <pc:docMk/>
            <pc:sldMasterMk cId="0" sldId="2147483650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6171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hyperlink" Target="https://www.w3.org/Style/CSS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css" TargetMode="External"/><Relationship Id="rId5" Type="http://schemas.openxmlformats.org/officeDocument/2006/relationships/hyperlink" Target="https://developer.mozilla.org/docs/Web/CSS" TargetMode="Externa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66344"/>
            <a:ext cx="621792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 INTERNATIONAL UNIVERSITY-BANGLADESH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58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Computer Science  ·  Faculty of Science and Technology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002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CSS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331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Selectors, insertion methods, the box model, and positioning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52160" y="141732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89320" y="15179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35624" y="15179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81928" y="15179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492240" y="147218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lecture.css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1746504"/>
            <a:ext cx="25603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.lecture-02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  topic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 "CSS"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  week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 3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  goal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 style-the-web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ambria" panose="02040503050406030204" pitchFamily="18" charset="0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70332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1ECFA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21792" y="38130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· Web Technologies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834640" y="37033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1ECFA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2999232" y="3813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2999232" y="40233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 02 · Week 03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0" y="370332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F1ECFA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736592" y="38130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4736592" y="40233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2026-27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035040" y="37033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1ECFA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199632" y="38130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LECTURER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6199632" y="40233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Rifat Al Mamun Rudro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mamun.rudro@aiub.edu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350714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02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outline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43584"/>
            <a:ext cx="457200" cy="457200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43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2070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CSS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4904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CSS is, why it exists, and how a rule is written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1938528"/>
            <a:ext cx="457200" cy="457200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5720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Selectors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185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Targeting elements by name, id, class, and more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633472"/>
            <a:ext cx="457200" cy="457200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5720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2596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Inserting CSS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28803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External, internal, and inline style sheets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5720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3291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Customizing Elements: The Box Model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35753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Content, padding, border, and margin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39867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Position and Layouts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" y="42702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 schemes and a classic page layout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669280" y="1188720"/>
            <a:ext cx="3017520" cy="3383280"/>
          </a:xfrm>
          <a:prstGeom prst="roundRect">
            <a:avLst>
              <a:gd name="adj" fmla="val 2424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897880" y="1371600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1490472"/>
            <a:ext cx="219456" cy="219456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446520" y="1371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lecture, you can: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5897880" y="2011680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valid CSS rule and name its parts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right selector for a target element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an external style sheet to a page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out an element's total size on screen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elements and build a page layout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485108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CSS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is, why it exists, and how a rule is written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8149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CSS?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3444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stands for </a:t>
            </a: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Cascading Style Sheets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describes </a:t>
            </a: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HTML elements are displayed</a:t>
            </a:r>
            <a:r>
              <a:rPr lang="en-US" sz="15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on screen, on paper, or in other media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saves a lot of work: one style sheet can control the layout of </a:t>
            </a: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pages at once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style sheets are stored in </a:t>
            </a:r>
            <a:r>
              <a:rPr lang="en-US" sz="15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.css</a:t>
            </a:r>
            <a:r>
              <a:rPr lang="en-US" sz="15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files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defines the design, layout, and display variations for </a:t>
            </a: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devices and screen sizes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0" y="1234440"/>
            <a:ext cx="3200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69280" y="1426464"/>
            <a:ext cx="548640" cy="548640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56362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0" y="1417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 ·  Structure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1709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content is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0" y="2350008"/>
            <a:ext cx="3200400" cy="932688"/>
          </a:xfrm>
          <a:prstGeom prst="roundRect">
            <a:avLst>
              <a:gd name="adj" fmla="val 7843"/>
            </a:avLst>
          </a:prstGeom>
          <a:solidFill>
            <a:srgbClr val="663399"/>
          </a:solidFill>
          <a:ln w="9525">
            <a:solidFill>
              <a:srgbClr val="66339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669280" y="254203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67919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532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 ·  Presentation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825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3D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content looks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0" y="3465576"/>
            <a:ext cx="3200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669280" y="3657600"/>
            <a:ext cx="548640" cy="548640"/>
          </a:xfrm>
          <a:prstGeom prst="ellipse">
            <a:avLst/>
          </a:prstGeom>
          <a:solidFill>
            <a:srgbClr val="C99A06"/>
          </a:solidFill>
          <a:ln w="12700">
            <a:solidFill>
              <a:srgbClr val="C99A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37947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0" y="3648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 ·  Behaviour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0" y="3941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content reacts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041162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was CSS needed?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CSS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5087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was </a:t>
            </a: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</a:t>
            </a: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meant to format pages. HTML 3.2 added tags like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&lt;font&gt;</a:t>
            </a: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colour attributes, so every page repeated its own styling. Large sites became long and expensive to build.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4231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" y="25237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40664" y="25237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86968" y="25237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097280" y="24780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page1.html · page2.html · page3.html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2752344"/>
            <a:ext cx="3703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&lt;h1&gt;&lt;font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"Arial"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Welcome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&lt;/font&gt;&lt;/h1&gt;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&lt;p&gt;&lt;font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"Arial"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Repeated on every page...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&lt;/font&gt;&lt;/p&gt;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118872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709160" y="1188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CSS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15087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describes the </a:t>
            </a: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only, such as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The style moves into one shared file, so a single edit restyles the whole site.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09160" y="2423160"/>
            <a:ext cx="1874520" cy="1325880"/>
          </a:xfrm>
          <a:prstGeom prst="roundRect">
            <a:avLst>
              <a:gd name="adj" fmla="val 55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846320" y="25237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992624" y="25237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138928" y="25237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349240" y="24780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page.html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2752344"/>
            <a:ext cx="16002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only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720840" y="242316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858000" y="25237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004304" y="25237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150608" y="25237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360920" y="24780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6858000" y="2752344"/>
            <a:ext cx="1691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red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87368"/>
            <a:ext cx="329184" cy="32918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143000" y="39319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removed style formatting from the HTML page: content in HTML, presentation in CSS.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614892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CSS example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4206240" cy="3474720"/>
          </a:xfrm>
          <a:prstGeom prst="roundRect">
            <a:avLst>
              <a:gd name="adj" fmla="val 210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" y="12435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0664" y="12435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86968" y="12435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1097280" y="119786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472184"/>
            <a:ext cx="393192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lightblue;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verdana;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20px;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First CSS Example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a paragraph.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37760" y="1143000"/>
            <a:ext cx="3749040" cy="2103120"/>
          </a:xfrm>
          <a:prstGeom prst="roundRect">
            <a:avLst>
              <a:gd name="adj" fmla="val 2609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047488" y="1234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166360" y="1234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285232" y="1234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486400" y="119786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577840" y="12024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4974336" y="1417320"/>
            <a:ext cx="3675888" cy="1792224"/>
          </a:xfrm>
          <a:prstGeom prst="rect">
            <a:avLst/>
          </a:prstGeom>
          <a:solidFill>
            <a:srgbClr val="ADD8E6"/>
          </a:solidFill>
          <a:ln w="12700">
            <a:solidFill>
              <a:srgbClr val="ADD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974336" y="1691640"/>
            <a:ext cx="3675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First CSS Example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5111496" y="237744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This is a paragraph.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937760" y="3383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IN THE BROWSER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937760" y="3639312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937760" y="36393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715000" y="36393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light-blue page background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937760" y="3968496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937760" y="396849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715000" y="3968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 text, centred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937760" y="4297680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937760" y="42976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715000" y="42976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Verdana font at 20px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29920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syntax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097280" y="1600200"/>
            <a:ext cx="914400" cy="512064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097280" y="160020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103120" y="1600200"/>
            <a:ext cx="5486400" cy="512064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331720" y="160020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color: blue; font-size: 12px; }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280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72796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Declaration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01396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017520" y="2130552"/>
            <a:ext cx="0" cy="182880"/>
          </a:xfrm>
          <a:prstGeom prst="line">
            <a:avLst/>
          </a:prstGeom>
          <a:noFill/>
          <a:ln w="12700">
            <a:solidFill>
              <a:srgbClr val="7C8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2468880" y="23317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008120" y="2130552"/>
            <a:ext cx="0" cy="182880"/>
          </a:xfrm>
          <a:prstGeom prst="line">
            <a:avLst/>
          </a:prstGeom>
          <a:noFill/>
          <a:ln w="12700">
            <a:solidFill>
              <a:srgbClr val="7C8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3459480" y="23317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303520" y="2130552"/>
            <a:ext cx="0" cy="182880"/>
          </a:xfrm>
          <a:prstGeom prst="line">
            <a:avLst/>
          </a:prstGeom>
          <a:noFill/>
          <a:ln w="12700">
            <a:solidFill>
              <a:srgbClr val="7C8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754880" y="23317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98920" y="2130552"/>
            <a:ext cx="0" cy="182880"/>
          </a:xfrm>
          <a:prstGeom prst="line">
            <a:avLst/>
          </a:prstGeom>
          <a:noFill/>
          <a:ln w="12700">
            <a:solidFill>
              <a:srgbClr val="7C81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050280" y="23317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26974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40080" y="2788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304495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to the HTML element you want to style.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663440" y="26974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4846320" y="2788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Declaration block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304495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Holds one or more declarations separated by semicolons, wrapped in curly braces </a:t>
            </a:r>
            <a:r>
              <a:rPr lang="en-US" sz="11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57200" y="36576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640080" y="3749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Declaration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40050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property name and a value separated by a colon, always ending with a semicolon </a:t>
            </a:r>
            <a:r>
              <a:rPr lang="en-US" sz="11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663440" y="36576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CF3DE"/>
          </a:solidFill>
          <a:ln w="9525">
            <a:solidFill>
              <a:srgbClr val="FCF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4846320" y="3749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space before units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4846320" y="40050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</a:t>
            </a:r>
            <a:r>
              <a:rPr lang="en-US" sz="11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never </a:t>
            </a:r>
            <a:r>
              <a:rPr lang="en-US" sz="11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px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The space makes the value invalid.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335794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CSS rule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1097280" y="124358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517904"/>
            <a:ext cx="35661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en-US" sz="2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2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2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red</a:t>
            </a:r>
            <a:r>
              <a:rPr lang="en-US" sz="2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</a:t>
            </a:r>
            <a:r>
              <a:rPr lang="en-US" sz="2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2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r>
              <a:rPr lang="en-US" sz="2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57200" y="3291840"/>
            <a:ext cx="3840480" cy="1280160"/>
          </a:xfrm>
          <a:prstGeom prst="roundRect">
            <a:avLst>
              <a:gd name="adj" fmla="val 4286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6928" y="338328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85800" y="338328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338328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05840" y="334670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097280" y="335127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493776" y="3566160"/>
            <a:ext cx="3767328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93776" y="3840480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paragraph is red and centred.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4572000" y="1188720"/>
          <a:ext cx="4114800" cy="230428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Token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Role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Meaning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98A1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Selector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Applies to every &lt;p&gt; element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F6F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Property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Which feature to change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Value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Text becomes red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F6FD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text-align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Property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Which feature to change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center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Value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Text is centred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4572000" y="37033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as: "for every </a:t>
            </a:r>
            <a:r>
              <a:rPr lang="en-US" sz="1250" b="1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paragraph</a:t>
            </a:r>
            <a:r>
              <a:rPr lang="en-US" sz="1250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set the </a:t>
            </a:r>
            <a:r>
              <a:rPr lang="en-US" sz="1250" b="1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</a:t>
            </a:r>
            <a:r>
              <a:rPr lang="en-US" sz="1250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red and </a:t>
            </a:r>
            <a:r>
              <a:rPr lang="en-US" sz="1250" b="1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</a:t>
            </a:r>
            <a:r>
              <a:rPr lang="en-US" sz="1250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the text to the centre."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342792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Selectors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which elements a rule applies to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78891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SELECTORS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categories of selectors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499616" cy="3291840"/>
          </a:xfrm>
          <a:prstGeom prst="roundRect">
            <a:avLst>
              <a:gd name="adj" fmla="val 4878"/>
            </a:avLst>
          </a:prstGeom>
          <a:solidFill>
            <a:srgbClr val="F1ECFA"/>
          </a:solidFill>
          <a:ln w="9525">
            <a:solidFill>
              <a:srgbClr val="8E6CC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160568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14884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46888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elements by name, id, or class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94360" y="3566160"/>
            <a:ext cx="1225296" cy="384048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594360" y="356616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#id  .cls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4087368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640080" y="40873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TODAY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2139696" y="1234440"/>
            <a:ext cx="1499616" cy="32918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322576" y="146304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5222" y="160568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322576" y="214884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Combinator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2322576" y="246888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by the relationship between elements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2276856" y="3566160"/>
            <a:ext cx="1225296" cy="384048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2276856" y="356616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&gt; p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822192" y="1234440"/>
            <a:ext cx="1499616" cy="32918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005072" y="146304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718" y="1605686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005072" y="214884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Pseudo-class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4005072" y="246888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elements in a certain state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3959352" y="3566160"/>
            <a:ext cx="1225296" cy="384048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3959352" y="356616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a:hover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504688" y="1234440"/>
            <a:ext cx="1499616" cy="32918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5687568" y="146304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0214" y="1605686"/>
            <a:ext cx="263347" cy="263347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687568" y="214884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Pseudo-element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5687568" y="246888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and style part of an element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5641848" y="3566160"/>
            <a:ext cx="1225296" cy="384048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 txBox="1"/>
          <p:nvPr/>
        </p:nvSpPr>
        <p:spPr>
          <a:xfrm>
            <a:off x="5641848" y="356616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p::first-line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7187184" y="1234440"/>
            <a:ext cx="1499616" cy="32918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7370064" y="1463040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2710" y="1605686"/>
            <a:ext cx="263347" cy="263347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7370064" y="214884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</a:t>
            </a:r>
            <a:endParaRPr lang="en-US" sz="1250" dirty="0"/>
          </a:p>
        </p:txBody>
      </p:sp>
      <p:sp>
        <p:nvSpPr>
          <p:cNvPr id="41" name="Text 33"/>
          <p:cNvSpPr txBox="1"/>
          <p:nvPr/>
        </p:nvSpPr>
        <p:spPr>
          <a:xfrm>
            <a:off x="7370064" y="246888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by an attribute or its value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7324344" y="3566160"/>
            <a:ext cx="1225296" cy="384048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 txBox="1"/>
          <p:nvPr/>
        </p:nvSpPr>
        <p:spPr>
          <a:xfrm>
            <a:off x="7324344" y="356616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a[target]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1923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SELECTORS · SIMPLE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element selector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Selects HTML elements based on the </a:t>
            </a: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 (tag) name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</a:t>
            </a:r>
            <a:r>
              <a:rPr lang="en-US" sz="13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on the page receives the style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for site-wide defaults such as body text and headings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0" y="118872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554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017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212080" y="124358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1517904"/>
            <a:ext cx="3840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red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7614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ELEMENTS MATCH?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4572000" y="2999232"/>
          <a:ext cx="4114800" cy="15544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HTML element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&lt;h1&gt;Page title&lt;/h1&gt;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7C819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&lt;p&gt;First paragraph&lt;/p&gt;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</a:rPr>
                        <a:t>✓  styled</a:t>
                      </a:r>
                      <a:endParaRPr lang="en-US" sz="10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&lt;p&gt;Second paragraph&lt;/p&gt;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</a:rPr>
                        <a:t>✓  styled</a:t>
                      </a:r>
                      <a:endParaRPr lang="en-US" sz="10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&lt;div&gt;A box&lt;/div&gt;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7C819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32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SELECTORS · SIMPLE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 selector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#para1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 the element's </a:t>
            </a:r>
            <a:r>
              <a:rPr lang="en-US" sz="13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attribute to select </a:t>
            </a: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specific element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hash </a:t>
            </a:r>
            <a:r>
              <a:rPr lang="en-US" sz="13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followed by the id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id must be </a:t>
            </a: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within a page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id name </a:t>
            </a: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cannot start with a number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0" y="118872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554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017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212080" y="124358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1517904"/>
            <a:ext cx="3840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#para1 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red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7614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ELEMENTS MATCH?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4572000" y="2999232"/>
          <a:ext cx="4114800" cy="124358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HTML element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#para1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 id="para1"&gt;Hello&lt;/p&gt;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</a:rPr>
                        <a:t>✓  styled</a:t>
                      </a:r>
                      <a:endParaRPr lang="en-US" sz="10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&lt;p&gt;Hello&lt;/p&gt;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7C819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 id="intro"&gt;Hello&lt;/p&gt;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7C819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457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SELECTORS · SIMPLE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 selector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463040" cy="566928"/>
          </a:xfrm>
          <a:prstGeom prst="roundRect">
            <a:avLst>
              <a:gd name="adj" fmla="val 16129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.center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Selects elements with a specific </a:t>
            </a:r>
            <a:r>
              <a:rPr lang="en-US" sz="13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attribute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period </a:t>
            </a:r>
            <a:r>
              <a:rPr lang="en-US" sz="13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followed by the class name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elements can share a class, and one element can have several classes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</a:t>
            </a:r>
            <a:r>
              <a:rPr lang="en-US" sz="13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p.center</a:t>
            </a: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limits the rule to </a:t>
            </a:r>
            <a:r>
              <a:rPr lang="en-US" sz="13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elements with that class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0" y="118872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554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017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212080" y="124358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1517904"/>
            <a:ext cx="3840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.center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text-align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red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p.center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text-align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red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7614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ELEMENTS MATCH?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4572000" y="2999232"/>
          <a:ext cx="4114800" cy="124358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HTML element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.center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p.center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&lt;h1 class="center"&gt;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</a:rPr>
                        <a:t>✓  styled</a:t>
                      </a:r>
                      <a:endParaRPr lang="en-US" sz="10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7C819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 class="center"&gt;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</a:rPr>
                        <a:t>✓  styled</a:t>
                      </a:r>
                      <a:endParaRPr lang="en-US" sz="10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</a:rPr>
                        <a:t>✓  styled</a:t>
                      </a:r>
                      <a:endParaRPr lang="en-US" sz="10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7C819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7C819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4647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SELECTORS · SIMPLE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and grouping selectors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selector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7556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Selects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HTML element on the page.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09160" y="1188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70916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h2, p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 selector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17556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Applies one set of styles to several selectors. Separate them with a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keep code short.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23774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4360" y="24780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40664" y="24780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86968" y="24780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097280" y="24323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2706624"/>
            <a:ext cx="3703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blue</a:t>
            </a: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931920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40080" y="39319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use: a reset such as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margin: 0; }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709160" y="2377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INSTEAD OF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9160" y="2578608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846320" y="26791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992624" y="26791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138928" y="26791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846320" y="2907792"/>
            <a:ext cx="3703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text-align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red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text-align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red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text-align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red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709160" y="3639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709160" y="3840480"/>
            <a:ext cx="3977640" cy="749808"/>
          </a:xfrm>
          <a:prstGeom prst="roundRect">
            <a:avLst>
              <a:gd name="adj" fmla="val 975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46320" y="39410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992624" y="39410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138928" y="39410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4846320" y="416966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h2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text-align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red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77347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SELECTORS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simple selectors: a quick look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4008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Combinator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16459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77240" y="17465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23544" y="17465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69848" y="17465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77240" y="1975104"/>
            <a:ext cx="1508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&gt; p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navy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16459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</a:t>
            </a: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that is a direct child of a </a:t>
            </a: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Others: space (descendant), </a:t>
            </a: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(siblings).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1188720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84632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Pseudo-class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846320" y="16459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983480" y="17465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129784" y="17465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276088" y="17465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983480" y="1975104"/>
            <a:ext cx="1508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a:hover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orange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766560" y="16459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link while the mouse is over it. Others: </a:t>
            </a: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:visited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:focus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:first-child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926080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4008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Pseudo-element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338328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77240" y="34838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23544" y="34838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069848" y="34838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77240" y="3712464"/>
            <a:ext cx="1508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p::first-line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bold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2560320" y="3383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first line of each paragraph. Others include </a:t>
            </a: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::before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::after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663440" y="2926080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484632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846320" y="338328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983480" y="34838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5129784" y="34838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276088" y="34838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4983480" y="3712464"/>
            <a:ext cx="1508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a[target="_blank"]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green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766560" y="3383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 that open in a new tab. </a:t>
            </a: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a[target]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matches any link with a target.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55779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SELECTORS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rules conflict: specificity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two rules style the same element, the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specific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selector wins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equal specificity, the rule written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</a:t>
            </a: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!important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overrides normal rules; use it sparingly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27980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27980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27980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27523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026664"/>
            <a:ext cx="20574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   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black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.lead 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green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#intro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red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420624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57200" y="42062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id="intro" class="lead"&gt;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907792" y="3246120"/>
            <a:ext cx="365760" cy="320040"/>
          </a:xfrm>
          <a:prstGeom prst="rightArrow">
            <a:avLst/>
          </a:prstGeom>
          <a:solidFill>
            <a:srgbClr val="8E6CC8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383280" y="283464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BEAEA"/>
          </a:solidFill>
          <a:ln w="9525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3383280" y="2926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38328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338328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 wins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11887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SPECIFICITY, HIGHEST TO LOWEST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892040" y="1463040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029200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style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0" y="1810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style="…"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726680" y="18105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1,0,0,0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892040" y="2249424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7A4DB3"/>
          </a:solidFill>
          <a:ln w="12700">
            <a:solidFill>
              <a:srgbClr val="7A4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5029200" y="2313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selector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0" y="259689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#intro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0" y="25968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0,1,0,0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92040" y="3035808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8E6CC8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5029200" y="3099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pseudo-class, attribute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029200" y="33832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.lead  :hover  [type]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03720" y="33832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0,0,1,0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892040" y="3822192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B7A0DD"/>
          </a:solidFill>
          <a:ln w="12700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5029200" y="3886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Element, pseudo-element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029200" y="41696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::before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492240" y="41696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0,0,0,1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88173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Inserting CSS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attach styles to a page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864599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INSERTING CSS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insert a style sheet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1ECFA"/>
          </a:solidFill>
          <a:ln w="9525">
            <a:solidFill>
              <a:srgbClr val="8E6CC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389888"/>
            <a:ext cx="530352" cy="53035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72" y="1527780"/>
            <a:ext cx="254569" cy="25456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057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CSS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2404872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640080" y="240487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834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LIVES IN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017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separate .css file, linked with &lt;link&gt;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4015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584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page that links it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39684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41513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high: one file, whole site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291840" y="118872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474720" y="1389888"/>
            <a:ext cx="530352" cy="53035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2612" y="1527780"/>
            <a:ext cx="254569" cy="254569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474720" y="2057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CSS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3474720" y="2404872"/>
            <a:ext cx="1371600" cy="22860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3474720" y="2404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RECOMMENDED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3474720" y="2834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LIVES IN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3474720" y="3017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&lt;style&gt; element in &lt;head&gt;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3474720" y="34015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3474720" y="3584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page only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3474720" y="39684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</a:t>
            </a:r>
            <a:endParaRPr lang="en-US" sz="800" dirty="0"/>
          </a:p>
        </p:txBody>
      </p:sp>
      <p:sp>
        <p:nvSpPr>
          <p:cNvPr id="30" name="Text 25"/>
          <p:cNvSpPr txBox="1"/>
          <p:nvPr/>
        </p:nvSpPr>
        <p:spPr>
          <a:xfrm>
            <a:off x="3474720" y="41513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low: copied page to page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126480" y="118872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6309360" y="1389888"/>
            <a:ext cx="530352" cy="53035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7252" y="1527780"/>
            <a:ext cx="254569" cy="254569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309360" y="2057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CSS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6309360" y="2404872"/>
            <a:ext cx="1371600" cy="22860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 txBox="1"/>
          <p:nvPr/>
        </p:nvSpPr>
        <p:spPr>
          <a:xfrm>
            <a:off x="6309360" y="2404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RECOMMENDED</a:t>
            </a:r>
            <a:endParaRPr lang="en-US" sz="850" dirty="0"/>
          </a:p>
        </p:txBody>
      </p:sp>
      <p:sp>
        <p:nvSpPr>
          <p:cNvPr id="37" name="Text 31"/>
          <p:cNvSpPr txBox="1"/>
          <p:nvPr/>
        </p:nvSpPr>
        <p:spPr>
          <a:xfrm>
            <a:off x="6309360" y="2834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LIVES IN</a:t>
            </a:r>
            <a:endParaRPr lang="en-US" sz="800" dirty="0"/>
          </a:p>
        </p:txBody>
      </p:sp>
      <p:sp>
        <p:nvSpPr>
          <p:cNvPr id="38" name="Text 32"/>
          <p:cNvSpPr txBox="1"/>
          <p:nvPr/>
        </p:nvSpPr>
        <p:spPr>
          <a:xfrm>
            <a:off x="6309360" y="3017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style attribute of an element</a:t>
            </a:r>
            <a:endParaRPr lang="en-US" sz="1150" dirty="0"/>
          </a:p>
        </p:txBody>
      </p:sp>
      <p:sp>
        <p:nvSpPr>
          <p:cNvPr id="39" name="Text 33"/>
          <p:cNvSpPr txBox="1"/>
          <p:nvPr/>
        </p:nvSpPr>
        <p:spPr>
          <a:xfrm>
            <a:off x="6309360" y="34015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800" dirty="0"/>
          </a:p>
        </p:txBody>
      </p:sp>
      <p:sp>
        <p:nvSpPr>
          <p:cNvPr id="40" name="Text 34"/>
          <p:cNvSpPr txBox="1"/>
          <p:nvPr/>
        </p:nvSpPr>
        <p:spPr>
          <a:xfrm>
            <a:off x="6309360" y="3584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element only</a:t>
            </a:r>
            <a:endParaRPr lang="en-US" sz="1150" dirty="0"/>
          </a:p>
        </p:txBody>
      </p:sp>
      <p:sp>
        <p:nvSpPr>
          <p:cNvPr id="41" name="Text 35"/>
          <p:cNvSpPr txBox="1"/>
          <p:nvPr/>
        </p:nvSpPr>
        <p:spPr>
          <a:xfrm>
            <a:off x="6309360" y="39684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</a:t>
            </a:r>
            <a:endParaRPr lang="en-US" sz="800" dirty="0"/>
          </a:p>
        </p:txBody>
      </p:sp>
      <p:sp>
        <p:nvSpPr>
          <p:cNvPr id="42" name="Text 36"/>
          <p:cNvSpPr txBox="1"/>
          <p:nvPr/>
        </p:nvSpPr>
        <p:spPr>
          <a:xfrm>
            <a:off x="6309360" y="41513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none: mixes style with content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70611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INSERTING CSS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CSS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Styles live in a separate file that any page can import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it with a </a:t>
            </a: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&lt;link&gt;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element inside the </a:t>
            </a: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section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188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file uses a </a:t>
            </a: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.css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extension and must not contain any HTML tags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edit to the file restyles every page that links it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4343400" cy="2331720"/>
          </a:xfrm>
          <a:prstGeom prst="roundRect">
            <a:avLst>
              <a:gd name="adj" fmla="val 313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23865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23865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23865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23408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615184"/>
            <a:ext cx="406908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"text/css"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"mystyle.css"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a heading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a paragraph.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910328" y="3154680"/>
            <a:ext cx="411480" cy="365760"/>
          </a:xfrm>
          <a:prstGeom prst="rightArrow">
            <a:avLst/>
          </a:prstGeom>
          <a:solidFill>
            <a:srgbClr val="8E6CC8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846320" y="3566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40680" y="228600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577840" y="23865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24144" y="23865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870448" y="23865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080760" y="23408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mystyle.css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577840" y="2615184"/>
            <a:ext cx="297180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lightblue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navy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margin-left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78587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INSERTING CSS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CSS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when </a:t>
            </a: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single page</a:t>
            </a: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has a unique style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Defined inside a </a:t>
            </a:r>
            <a:r>
              <a:rPr lang="en-US" sz="13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element in the </a:t>
            </a:r>
            <a:r>
              <a:rPr lang="en-US" sz="13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section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pages cannot reuse these styles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4114800" cy="1874520"/>
          </a:xfrm>
          <a:prstGeom prst="roundRect">
            <a:avLst>
              <a:gd name="adj" fmla="val 2927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6928" y="2788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5800" y="2788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4672" y="2788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05840" y="275234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27569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493776" y="2971800"/>
            <a:ext cx="4041648" cy="1563624"/>
          </a:xfrm>
          <a:prstGeom prst="rect">
            <a:avLst/>
          </a:prstGeom>
          <a:solidFill>
            <a:srgbClr val="FAF0E6"/>
          </a:solidFill>
          <a:ln w="12700">
            <a:solidFill>
              <a:srgbClr val="FAF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996696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8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a heading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a paragraph.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← margin-left: 40px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46320" y="1188720"/>
            <a:ext cx="3840480" cy="3401568"/>
          </a:xfrm>
          <a:prstGeom prst="roundRect">
            <a:avLst>
              <a:gd name="adj" fmla="val 215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98348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12978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27608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5486400" y="124358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4983480" y="1517904"/>
            <a:ext cx="356616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linen;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maroon;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margin-left: 40px;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a heading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a paragraph.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054405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INSERTING CSS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CSS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Applies a unique style to a </a:t>
            </a: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element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</a:t>
            </a:r>
            <a:r>
              <a:rPr lang="en-US" sz="13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attribute to the element; it can contain any CSS property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Mixes content with presentation, so pages become hard to maintain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CF3DE"/>
          </a:solidFill>
          <a:ln w="9525">
            <a:solidFill>
              <a:srgbClr val="FCF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10896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31089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sparingly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58368" y="35204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inline style overrides the same property from internal and external style sheets, which makes it hard to trace why an element looks the way it does.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846320" y="1188720"/>
            <a:ext cx="3840480" cy="1783080"/>
          </a:xfrm>
          <a:prstGeom prst="roundRect">
            <a:avLst>
              <a:gd name="adj" fmla="val 410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98348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12978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27608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486400" y="124358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4983480" y="1517904"/>
            <a:ext cx="35661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"color:blue;text-align:center;"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 is a heading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"color:red;"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a paragraph.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846320" y="315468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956048" y="32461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074920" y="32461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193792" y="32461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394960" y="320954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486400" y="32141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4" name="Shape 20"/>
          <p:cNvSpPr/>
          <p:nvPr/>
        </p:nvSpPr>
        <p:spPr>
          <a:xfrm>
            <a:off x="4882896" y="3429000"/>
            <a:ext cx="3767328" cy="11064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4882896" y="3566160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a heading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5020056" y="4087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a paragraph.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85371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INSERTING CSS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cascade: which style wins?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several styles set the same property on an element, all of them "cascade" into one, and the one with the highest priority is used: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594360" y="20116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style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3957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an HTML element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288036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7A4DB3"/>
          </a:solidFill>
          <a:ln w="12700">
            <a:solidFill>
              <a:srgbClr val="7A4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77240" y="28803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and internal style sheets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264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head; the one read last wins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74904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B7A0DD"/>
          </a:solidFill>
          <a:ln w="12700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" y="37490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3840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default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4133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when nothing else applies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118872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98348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12978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27608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486400" y="124358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4983480" y="1517904"/>
            <a:ext cx="3566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"mystyle.css"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orange;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846320" y="34290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983480" y="35295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129784" y="35295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276088" y="35295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5486400" y="34838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mystyle.css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4983480" y="3758184"/>
            <a:ext cx="1554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navy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812280" y="34290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6949440" y="35021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949440" y="3721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114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&lt;style&gt; was read after &lt;link&gt;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730427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CSS Box Model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element is a rectangular box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58972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MODEL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 around every element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572000" cy="3383280"/>
          </a:xfrm>
          <a:prstGeom prst="rect">
            <a:avLst/>
          </a:prstGeom>
          <a:solidFill>
            <a:srgbClr val="F4F4F8"/>
          </a:solidFill>
          <a:ln w="12700">
            <a:solidFill>
              <a:srgbClr val="9AA0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61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1572768"/>
            <a:ext cx="3749040" cy="2615184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68680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280160" y="1956816"/>
            <a:ext cx="2926080" cy="1847088"/>
          </a:xfrm>
          <a:prstGeom prst="rect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280160" y="2011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691640" y="2340864"/>
            <a:ext cx="2103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0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691640" y="2340864"/>
            <a:ext cx="2103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349240" y="12801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F4F8"/>
          </a:solidFill>
          <a:ln w="9525">
            <a:solidFill>
              <a:srgbClr val="9AA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897880" y="12344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897880" y="1508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Clears an area outside the border. Transparent.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349240" y="21214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663399"/>
          </a:solidFill>
          <a:ln w="9525">
            <a:solidFill>
              <a:srgbClr val="9AA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897880" y="20756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897880" y="235000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Goes around the padding and content.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349240" y="29626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3D9F4"/>
          </a:solidFill>
          <a:ln w="9525">
            <a:solidFill>
              <a:srgbClr val="9AA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5897880" y="291693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897880" y="31912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Clears an area around the content. Transparent.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349240" y="38039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9AA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5897880" y="37581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897880" y="40325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text and images appear.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054657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MODEL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Calculating the real size of a box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1097280" y="12435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517904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</a:t>
            </a:r>
            <a:r>
              <a:rPr lang="en-US" sz="12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</a:t>
            </a:r>
            <a:r>
              <a:rPr lang="en-US" sz="12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320px</a:t>
            </a:r>
            <a:r>
              <a:rPr lang="en-US" sz="12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</a:t>
            </a:r>
            <a:r>
              <a:rPr lang="en-US" sz="12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</a:t>
            </a:r>
            <a:r>
              <a:rPr lang="en-US" sz="12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2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5px solid gray</a:t>
            </a:r>
            <a:r>
              <a:rPr lang="en-US" sz="12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</a:t>
            </a:r>
            <a:r>
              <a:rPr lang="en-US" sz="12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r>
              <a:rPr lang="en-US" sz="12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926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11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element defines a division or section of a page. It is often a container for other elements, styled with CSS or controlled with JavaScript.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114800" y="1417320"/>
            <a:ext cx="65314" cy="502920"/>
          </a:xfrm>
          <a:prstGeom prst="rect">
            <a:avLst/>
          </a:prstGeom>
          <a:solidFill>
            <a:srgbClr val="663399"/>
          </a:solidFill>
          <a:ln w="9525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180114" y="1417320"/>
            <a:ext cx="130629" cy="502920"/>
          </a:xfrm>
          <a:prstGeom prst="rect">
            <a:avLst/>
          </a:prstGeom>
          <a:solidFill>
            <a:srgbClr val="E3D9F4"/>
          </a:solidFill>
          <a:ln w="9525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310743" y="1417320"/>
            <a:ext cx="418011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9AA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310743" y="1417320"/>
            <a:ext cx="41801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width 320px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490857" y="1417320"/>
            <a:ext cx="130629" cy="502920"/>
          </a:xfrm>
          <a:prstGeom prst="rect">
            <a:avLst/>
          </a:prstGeom>
          <a:solidFill>
            <a:srgbClr val="E3D9F4"/>
          </a:solidFill>
          <a:ln w="9525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621486" y="1417320"/>
            <a:ext cx="65314" cy="502920"/>
          </a:xfrm>
          <a:prstGeom prst="rect">
            <a:avLst/>
          </a:prstGeom>
          <a:solidFill>
            <a:srgbClr val="663399"/>
          </a:solidFill>
          <a:ln w="9525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069080" y="1143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 + padding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7360920" y="1143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 + border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0" y="2075688"/>
            <a:ext cx="4572000" cy="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114800" y="21305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rendered width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114800" y="2468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320px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029200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width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4114800" y="2743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+ 20px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+ right padding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411480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+ 10px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0" y="3017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+ right border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4114800" y="3291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+ 0px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502920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+ right margin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949440" y="24688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663399"/>
          </a:solidFill>
          <a:ln w="9525">
            <a:solidFill>
              <a:srgbClr val="66339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6949440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350px</a:t>
            </a:r>
            <a:endParaRPr lang="en-US" sz="3000" dirty="0"/>
          </a:p>
        </p:txBody>
      </p:sp>
      <p:sp>
        <p:nvSpPr>
          <p:cNvPr id="34" name="Text 31"/>
          <p:cNvSpPr txBox="1"/>
          <p:nvPr/>
        </p:nvSpPr>
        <p:spPr>
          <a:xfrm>
            <a:off x="6949440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D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width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640080" y="39319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</a:rPr>
              <a:t>Total width</a:t>
            </a:r>
            <a:r>
              <a:rPr lang="en-US" sz="1150" dirty="0">
                <a:solidFill>
                  <a:srgbClr val="3A3F5C"/>
                </a:solidFill>
              </a:rPr>
              <a:t> = width + left/right padding + left/right border + left/right margin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</a:rPr>
              <a:t>Total height</a:t>
            </a:r>
            <a:r>
              <a:rPr lang="en-US" sz="1150" dirty="0">
                <a:solidFill>
                  <a:srgbClr val="3A3F5C"/>
                </a:solidFill>
              </a:rPr>
              <a:t> = height + top/bottom padding + top/bottom border + top/bottom margin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253373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MODEL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Tip: box-sizing changes the maths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default, </a:t>
            </a: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sets only the content. With </a:t>
            </a: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box-sizing: border-box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the width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includes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padding and border, so the box is exactly as wide as you say.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39776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box-sizing: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content-box</a:t>
            </a:r>
            <a:r>
              <a:rPr lang="en-US" sz="1100" dirty="0">
                <a:solidFill>
                  <a:srgbClr val="7C819C"/>
                </a:solidFill>
              </a:rPr>
              <a:t>  (default)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423160"/>
            <a:ext cx="3291840" cy="1005840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8546" y="2468880"/>
            <a:ext cx="3197787" cy="914400"/>
          </a:xfrm>
          <a:prstGeom prst="rect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72599" y="2551176"/>
            <a:ext cx="300968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31520" y="24231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width: 320px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3566160"/>
            <a:ext cx="3291840" cy="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40080" y="36758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350px on screen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stays 320px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09160" y="1874520"/>
            <a:ext cx="39776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8920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box-sizing: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border-box</a:t>
            </a:r>
            <a:r>
              <a:rPr lang="en-US" sz="1100" dirty="0">
                <a:solidFill>
                  <a:srgbClr val="7C819C"/>
                </a:solidFill>
              </a:rPr>
              <a:t>  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983480" y="2423160"/>
            <a:ext cx="3009682" cy="1005840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030506" y="2468880"/>
            <a:ext cx="2915630" cy="914400"/>
          </a:xfrm>
          <a:prstGeom prst="rect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124559" y="2551176"/>
            <a:ext cx="272752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983480" y="2423160"/>
            <a:ext cx="3009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width: 320px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983480" y="3566160"/>
            <a:ext cx="3009682" cy="0"/>
          </a:xfrm>
          <a:prstGeom prst="line">
            <a:avLst/>
          </a:prstGeom>
          <a:noFill/>
          <a:ln w="12700">
            <a:solidFill>
              <a:srgbClr val="1B1F3B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892040" y="36758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320px on screen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48920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shrinks to 290px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636578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Layout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Placing elements exactly where you want them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92871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LAYOUT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position property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property sets the positioning method used for an element. There are five values: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572768"/>
            <a:ext cx="1499616" cy="22402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709928"/>
            <a:ext cx="1225296" cy="868680"/>
          </a:xfrm>
          <a:prstGeom prst="rect">
            <a:avLst/>
          </a:prstGeom>
          <a:solidFill>
            <a:srgbClr val="F7F8FB"/>
          </a:solidFill>
          <a:ln w="9525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5800" y="1819656"/>
            <a:ext cx="62545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85800" y="1965960"/>
            <a:ext cx="1042416" cy="201168"/>
          </a:xfrm>
          <a:prstGeom prst="rect">
            <a:avLst/>
          </a:prstGeom>
          <a:solidFill>
            <a:srgbClr val="663399"/>
          </a:solidFill>
          <a:ln w="9525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85800" y="2276856"/>
            <a:ext cx="1042416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85800" y="2423160"/>
            <a:ext cx="62545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94360" y="267004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2962656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Default. Follows the normal flow of the page.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139696" y="1572768"/>
            <a:ext cx="1499616" cy="22402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276856" y="1709928"/>
            <a:ext cx="1225296" cy="868680"/>
          </a:xfrm>
          <a:prstGeom prst="rect">
            <a:avLst/>
          </a:prstGeom>
          <a:solidFill>
            <a:srgbClr val="F7F8FB"/>
          </a:solidFill>
          <a:ln w="9525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368296" y="1819656"/>
            <a:ext cx="62545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368296" y="1965960"/>
            <a:ext cx="729691" cy="201168"/>
          </a:xfrm>
          <a:prstGeom prst="rect">
            <a:avLst/>
          </a:prstGeom>
          <a:solidFill>
            <a:srgbClr val="F7F8FB"/>
          </a:solidFill>
          <a:ln w="9525">
            <a:solidFill>
              <a:srgbClr val="8E6C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596896" y="2039112"/>
            <a:ext cx="729691" cy="201168"/>
          </a:xfrm>
          <a:prstGeom prst="rect">
            <a:avLst/>
          </a:prstGeom>
          <a:solidFill>
            <a:srgbClr val="663399"/>
          </a:solidFill>
          <a:ln w="9525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368296" y="2350008"/>
            <a:ext cx="62545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2276856" y="267004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276856" y="2962656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Offset from its own normal position.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822192" y="1572768"/>
            <a:ext cx="1499616" cy="22402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959352" y="1709928"/>
            <a:ext cx="1225296" cy="868680"/>
          </a:xfrm>
          <a:prstGeom prst="rect">
            <a:avLst/>
          </a:prstGeom>
          <a:solidFill>
            <a:srgbClr val="F7F8FB"/>
          </a:solidFill>
          <a:ln w="9525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050792" y="1819656"/>
            <a:ext cx="1042416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050792" y="1956816"/>
            <a:ext cx="1042416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050792" y="2093976"/>
            <a:ext cx="1042416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050792" y="2231136"/>
            <a:ext cx="62545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727448" y="2304288"/>
            <a:ext cx="384048" cy="201168"/>
          </a:xfrm>
          <a:prstGeom prst="rect">
            <a:avLst/>
          </a:prstGeom>
          <a:solidFill>
            <a:srgbClr val="663399"/>
          </a:solidFill>
          <a:ln w="9525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3959352" y="267004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3959352" y="2962656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Pinned to the viewport; stays put on scroll.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504688" y="1572768"/>
            <a:ext cx="1499616" cy="22402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641848" y="1709928"/>
            <a:ext cx="1225296" cy="868680"/>
          </a:xfrm>
          <a:prstGeom prst="rect">
            <a:avLst/>
          </a:prstGeom>
          <a:solidFill>
            <a:srgbClr val="F7F8FB"/>
          </a:solidFill>
          <a:ln w="9525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5733288" y="1801368"/>
            <a:ext cx="104241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8E6C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364224" y="1984248"/>
            <a:ext cx="411480" cy="228600"/>
          </a:xfrm>
          <a:prstGeom prst="rect">
            <a:avLst/>
          </a:prstGeom>
          <a:solidFill>
            <a:srgbClr val="663399"/>
          </a:solidFill>
          <a:ln w="9525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5641848" y="267004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absolute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641848" y="2962656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Placed inside its nearest positioned ancestor.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7187184" y="1572768"/>
            <a:ext cx="1499616" cy="22402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7324344" y="1709928"/>
            <a:ext cx="1225296" cy="868680"/>
          </a:xfrm>
          <a:prstGeom prst="rect">
            <a:avLst/>
          </a:prstGeom>
          <a:solidFill>
            <a:srgbClr val="F7F8FB"/>
          </a:solidFill>
          <a:ln w="9525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7324344" y="1709928"/>
            <a:ext cx="1225296" cy="182880"/>
          </a:xfrm>
          <a:prstGeom prst="rect">
            <a:avLst/>
          </a:prstGeom>
          <a:solidFill>
            <a:srgbClr val="663399"/>
          </a:solidFill>
          <a:ln w="9525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7415784" y="2002536"/>
            <a:ext cx="1042416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7415784" y="2139696"/>
            <a:ext cx="1042416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7415784" y="2276856"/>
            <a:ext cx="625450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7324344" y="267004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sticky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7324344" y="2962656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until a scroll offset, then fixed.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33088"/>
            <a:ext cx="329184" cy="329184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1097280" y="39776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a positioned element with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These do nothing until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set, and they behave differently for each value.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09304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LAYOUT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position: static;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023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elements are positioned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by default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affected by the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properties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positioned in any special way; always follows the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flow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the page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31181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31181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31181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307238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346704"/>
            <a:ext cx="37490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div.static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static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3px solid #73AD21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1188720"/>
            <a:ext cx="3931920" cy="3429000"/>
          </a:xfrm>
          <a:prstGeom prst="roundRect">
            <a:avLst>
              <a:gd name="adj" fmla="val 16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86460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98348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10235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30352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39496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791456" y="1463040"/>
            <a:ext cx="3858768" cy="31181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020056" y="1737360"/>
            <a:ext cx="34015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020056" y="1883664"/>
            <a:ext cx="34015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020056" y="2029968"/>
            <a:ext cx="2040941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020056" y="2286000"/>
            <a:ext cx="340156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73AD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5093208" y="2313432"/>
            <a:ext cx="3255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&lt;div&gt; element has position: static;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20056" y="2880360"/>
            <a:ext cx="34015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020056" y="3026664"/>
            <a:ext cx="34015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020056" y="3172968"/>
            <a:ext cx="34015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020056" y="3319272"/>
            <a:ext cx="2040941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5020056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stays in the normal flow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87525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LAYOUT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position: relative;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023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Positioned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to its normal position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or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moves it away from that position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content does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move to fill the gap it leaves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31181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31181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31181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307238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346704"/>
            <a:ext cx="37490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div.relative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relative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3px solid #73AD21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1188720"/>
            <a:ext cx="3931920" cy="3429000"/>
          </a:xfrm>
          <a:prstGeom prst="roundRect">
            <a:avLst>
              <a:gd name="adj" fmla="val 16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86460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98348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10235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30352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39496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791456" y="1463040"/>
            <a:ext cx="3858768" cy="31181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020056" y="1737360"/>
            <a:ext cx="34015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020056" y="1883664"/>
            <a:ext cx="2040941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020056" y="2286000"/>
            <a:ext cx="2944368" cy="411480"/>
          </a:xfrm>
          <a:prstGeom prst="rect">
            <a:avLst/>
          </a:prstGeom>
          <a:solidFill>
            <a:srgbClr val="F7F8FB"/>
          </a:solidFill>
          <a:ln w="12700">
            <a:solidFill>
              <a:srgbClr val="A0A4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431536" y="2423160"/>
            <a:ext cx="294436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73AD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5504688" y="2450592"/>
            <a:ext cx="2798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&lt;div&gt; element has position: relative;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020056" y="20665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position (gap is kept)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020056" y="2971800"/>
            <a:ext cx="411480" cy="0"/>
          </a:xfrm>
          <a:prstGeom prst="line">
            <a:avLst/>
          </a:prstGeom>
          <a:noFill/>
          <a:ln w="19050">
            <a:solidFill>
              <a:srgbClr val="663399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020056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left: 30px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020056" y="3429000"/>
            <a:ext cx="34015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020056" y="3575304"/>
            <a:ext cx="34015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020056" y="3721608"/>
            <a:ext cx="34015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020056" y="3867912"/>
            <a:ext cx="2040941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10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LAYOUT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position: fixed;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023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Positioned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to the viewport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(the visible window)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in the same place even when the page is scrolled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not leave a gap where it would normally have been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31181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31181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31181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307238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346704"/>
            <a:ext cx="37490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div.fixed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fixed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bottom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300px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3px solid #73AD21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54880" y="1188720"/>
            <a:ext cx="3931920" cy="3429000"/>
          </a:xfrm>
          <a:prstGeom prst="roundRect">
            <a:avLst>
              <a:gd name="adj" fmla="val 16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86460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98348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10235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30352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39496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791456" y="1463040"/>
            <a:ext cx="3858768" cy="31181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020056" y="1737360"/>
            <a:ext cx="31729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020056" y="1920240"/>
            <a:ext cx="31729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020056" y="2103120"/>
            <a:ext cx="31729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020056" y="2286000"/>
            <a:ext cx="31729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020056" y="2468880"/>
            <a:ext cx="31729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020056" y="2651760"/>
            <a:ext cx="31729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020056" y="2834640"/>
            <a:ext cx="31729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020056" y="3017520"/>
            <a:ext cx="31729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020056" y="3200400"/>
            <a:ext cx="31729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020056" y="3383280"/>
            <a:ext cx="317296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020056" y="3566160"/>
            <a:ext cx="1903781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8503920" y="1508760"/>
            <a:ext cx="91440" cy="3026664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508492" y="228600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B8BCCC"/>
          </a:solidFill>
          <a:ln w="12700">
            <a:solidFill>
              <a:srgbClr val="B8B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501384" y="4078224"/>
            <a:ext cx="196596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3AD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6574536" y="4105656"/>
            <a:ext cx="1819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position: fixed; bottom: 0; right: 0;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5020056" y="375818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i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here while the page scrolls ↘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551775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LAYOUT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position: absolute;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Positioned relative to the </a:t>
            </a: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nearest positioned ancestor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positioned element is one whose position is anything except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no positioned ancestor, it uses the document body and moves with page scrolling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9204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03834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18464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394960" y="124358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517904"/>
            <a:ext cx="365760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div.relative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relative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400px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3px solid #73AD21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div.absolute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absolute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100px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3px solid #73AD21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697480"/>
            <a:ext cx="4023360" cy="1920240"/>
          </a:xfrm>
          <a:prstGeom prst="roundRect">
            <a:avLst>
              <a:gd name="adj" fmla="val 2857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66928" y="2788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5800" y="2788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04672" y="2788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05840" y="275234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097280" y="27569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93776" y="2971800"/>
            <a:ext cx="3950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68096" y="3108960"/>
            <a:ext cx="32918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73AD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841248" y="3136392"/>
            <a:ext cx="31455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position: relative;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414016" y="3547872"/>
            <a:ext cx="164592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73AD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2487168" y="3575304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position: absolute;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523744" y="3108960"/>
            <a:ext cx="0" cy="438912"/>
          </a:xfrm>
          <a:prstGeom prst="line">
            <a:avLst/>
          </a:prstGeom>
          <a:noFill/>
          <a:ln w="19050">
            <a:solidFill>
              <a:srgbClr val="663399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2596896" y="3218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top: 80px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271016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i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right: 0 →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68096" y="42793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parent is the positioned ancestor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868560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LAYOUT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position: sticky;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023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Positioned based on the user's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scroll position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Toggles between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relative until a given offset is reached in the viewport, then it "sticks" in place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31181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31181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31181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307238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346704"/>
            <a:ext cx="37490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div.sticky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sticky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green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2px solid #4CAF50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1188720"/>
            <a:ext cx="3931920" cy="3429000"/>
          </a:xfrm>
          <a:prstGeom prst="roundRect">
            <a:avLst>
              <a:gd name="adj" fmla="val 16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86460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98348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10235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30352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39496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791456" y="1463040"/>
            <a:ext cx="3858768" cy="31181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974336" y="1600200"/>
            <a:ext cx="3355848" cy="384048"/>
          </a:xfrm>
          <a:prstGeom prst="rect">
            <a:avLst/>
          </a:prstGeom>
          <a:solidFill>
            <a:srgbClr val="C8E6C9"/>
          </a:solidFill>
          <a:ln w="25400">
            <a:solidFill>
              <a:srgbClr val="73AD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5047488" y="1627632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sticky!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74336" y="2240280"/>
            <a:ext cx="335584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974336" y="2423160"/>
            <a:ext cx="335584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974336" y="2606040"/>
            <a:ext cx="335584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974336" y="2788920"/>
            <a:ext cx="335584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974336" y="2971800"/>
            <a:ext cx="2013509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974336" y="3291840"/>
            <a:ext cx="335584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974336" y="3474720"/>
            <a:ext cx="335584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974336" y="3657600"/>
            <a:ext cx="335584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974336" y="3840480"/>
            <a:ext cx="3355848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974336" y="4023360"/>
            <a:ext cx="2013509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503920" y="1508760"/>
            <a:ext cx="91440" cy="3026664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508492" y="2926080"/>
            <a:ext cx="82296" cy="731520"/>
          </a:xfrm>
          <a:prstGeom prst="roundRect">
            <a:avLst>
              <a:gd name="adj" fmla="val 44444"/>
            </a:avLst>
          </a:prstGeom>
          <a:solidFill>
            <a:srgbClr val="B8BCCC"/>
          </a:solidFill>
          <a:ln w="12700">
            <a:solidFill>
              <a:srgbClr val="B8B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4974336" y="2011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sticks at top: 0 once you scroll past it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50885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LAYOUT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five position values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/>
        </p:nvGraphicFramePr>
        <p:xfrm>
          <a:off x="457200" y="1234440"/>
          <a:ext cx="8229600" cy="28346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Positioned relative to</a:t>
                      </a:r>
                      <a:endParaRPr lang="en-US" sz="11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Keeps its space in the flow?</a:t>
                      </a:r>
                      <a:endParaRPr lang="en-US" sz="11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Scrolls with the page?</a:t>
                      </a:r>
                      <a:endParaRPr lang="en-US" sz="11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top / left work?</a:t>
                      </a:r>
                      <a:endParaRPr lang="en-US" sz="11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static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 flow of the page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9E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9E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64545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relative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Its own normal position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9E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9E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9E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fixed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 viewport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64545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64545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9E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absolute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Nearest positioned ancestor (or body)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64545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9E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9E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sticky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 flow, then the viewport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9E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Until the offset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9E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of thumb: use relative on a parent to create the reference box for absolute children.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50827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LAYOUT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website layout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website is often divided into a header, a navigation menu, the content area, and a footer.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60120" y="20116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2585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 or site name, at the top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6974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60120" y="26517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menu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28986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 of links to the main pages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33756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960120" y="32918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35387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content plus side columns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9776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C9CCD8"/>
          </a:solidFill>
          <a:ln w="12700">
            <a:solidFill>
              <a:srgbClr val="C9C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960120" y="39319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Footer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41788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Copyright and contact details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931920" y="1188720"/>
            <a:ext cx="4754880" cy="3429000"/>
          </a:xfrm>
          <a:prstGeom prst="roundRect">
            <a:avLst>
              <a:gd name="adj" fmla="val 16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04164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16052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27939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48056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457200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3968496" y="1463040"/>
            <a:ext cx="4681728" cy="31181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078224" y="1554480"/>
            <a:ext cx="4462272" cy="502920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078224" y="1554480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078224" y="2130552"/>
            <a:ext cx="4462272" cy="292608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078224" y="2130552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Menu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078224" y="2496312"/>
            <a:ext cx="1078992" cy="1463040"/>
          </a:xfrm>
          <a:prstGeom prst="rect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4078224" y="2496312"/>
            <a:ext cx="10789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230368" y="2496312"/>
            <a:ext cx="2157984" cy="146304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5230368" y="2496312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Content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461504" y="2496312"/>
            <a:ext cx="1078992" cy="1463040"/>
          </a:xfrm>
          <a:prstGeom prst="rect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7461504" y="2496312"/>
            <a:ext cx="10789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078224" y="4032504"/>
            <a:ext cx="4462272" cy="365760"/>
          </a:xfrm>
          <a:prstGeom prst="rect">
            <a:avLst/>
          </a:prstGeom>
          <a:solidFill>
            <a:srgbClr val="C9CCD8"/>
          </a:solidFill>
          <a:ln w="12700">
            <a:solidFill>
              <a:srgbClr val="C9C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4078224" y="4032504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Footer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029437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LAYOUT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and navigation bar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1097280" y="124358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517904"/>
            <a:ext cx="329184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.header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#F1F1F1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.topnav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overflow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hidden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#333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.topnav a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left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block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#f2f2f2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14px 16px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text-decoration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.topnav a:hover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#ddd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black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251960" y="118872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sits at the top and often holds a logo or the site name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bar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holds a list of links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251960" y="196596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89120" y="20665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35424" y="20665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681728" y="20665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892040" y="20208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4389120" y="2295144"/>
            <a:ext cx="41605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"header"</a:t>
            </a: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"topnav"</a:t>
            </a: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8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8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8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</a:t>
            </a: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251960" y="3520440"/>
            <a:ext cx="4434840" cy="1097280"/>
          </a:xfrm>
          <a:prstGeom prst="roundRect">
            <a:avLst>
              <a:gd name="adj" fmla="val 50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361688" y="361188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480560" y="361188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99432" y="361188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800600" y="357530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4892040" y="357987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4288536" y="3794760"/>
            <a:ext cx="436168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288536" y="3794760"/>
            <a:ext cx="4361688" cy="45720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288536" y="3794760"/>
            <a:ext cx="4361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Header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288536" y="4251960"/>
            <a:ext cx="4361688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288536" y="42519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855464" y="4251960"/>
            <a:ext cx="566928" cy="31089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4855464" y="42519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422392" y="42519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071616" y="4279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← :hover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832055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LAYOUT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body with columns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content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the largest and most important part of the site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columns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often hold extra navigation or related information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widths freely, but they should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up to 100%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27980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27980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27980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275234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026664"/>
            <a:ext cx="3657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.column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left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Left and right column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.column.side  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width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25%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Middle column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.column.middle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width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50%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188720"/>
            <a:ext cx="4023360" cy="2331720"/>
          </a:xfrm>
          <a:prstGeom prst="roundRect">
            <a:avLst>
              <a:gd name="adj" fmla="val 2353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7316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9204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01091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21208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30352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700016" y="1463040"/>
            <a:ext cx="3950208" cy="2020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846320" y="1572768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46320" y="1965960"/>
            <a:ext cx="832104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846320" y="2121408"/>
            <a:ext cx="832104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846320" y="2276856"/>
            <a:ext cx="832104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846320" y="2432304"/>
            <a:ext cx="499262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5788152" y="157276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Content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788152" y="1965960"/>
            <a:ext cx="1773936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788152" y="2121408"/>
            <a:ext cx="1773936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788152" y="2276856"/>
            <a:ext cx="1773936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788152" y="2432304"/>
            <a:ext cx="1773936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788152" y="2587752"/>
            <a:ext cx="1773936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788152" y="2743200"/>
            <a:ext cx="1773936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788152" y="2898648"/>
            <a:ext cx="1773936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788152" y="3054096"/>
            <a:ext cx="1064362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7671816" y="1572768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Side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671816" y="1965960"/>
            <a:ext cx="832104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7671816" y="2121408"/>
            <a:ext cx="832104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7671816" y="2276856"/>
            <a:ext cx="832104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7671816" y="2432304"/>
            <a:ext cx="499262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663440" y="3703320"/>
            <a:ext cx="1005840" cy="384048"/>
          </a:xfrm>
          <a:prstGeom prst="rect">
            <a:avLst/>
          </a:prstGeom>
          <a:solidFill>
            <a:srgbClr val="E3D9F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4663440" y="3703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669280" y="3703320"/>
            <a:ext cx="2011680" cy="384048"/>
          </a:xfrm>
          <a:prstGeom prst="rect">
            <a:avLst/>
          </a:prstGeom>
          <a:solidFill>
            <a:srgbClr val="66339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5669280" y="3703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7680960" y="3703320"/>
            <a:ext cx="1005840" cy="384048"/>
          </a:xfrm>
          <a:prstGeom prst="rect">
            <a:avLst/>
          </a:prstGeom>
          <a:solidFill>
            <a:srgbClr val="E3D9F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7680960" y="3703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4663440" y="4160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 + 50% + 25% = 100% of the row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369163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LAYOUT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Footer and the finished page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footer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placed at the bottom of the page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often contains copyright and contact information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21122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21122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21122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206654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340864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.footer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#F1F1F1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CF3DE"/>
          </a:solidFill>
          <a:ln w="9525">
            <a:solidFill>
              <a:srgbClr val="FCF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511296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87552" y="3511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the floats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21792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 the columns in a </a:t>
            </a: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.row</a:t>
            </a: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add </a:t>
            </a: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.row::after { content: ""; display: table; clear: both; }</a:t>
            </a: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so the footer sits below them.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16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7316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89204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01091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21208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30352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4" name="Shape 20"/>
          <p:cNvSpPr/>
          <p:nvPr/>
        </p:nvSpPr>
        <p:spPr>
          <a:xfrm>
            <a:off x="4700016" y="1463040"/>
            <a:ext cx="3950208" cy="31181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700016" y="1463040"/>
            <a:ext cx="3950208" cy="45720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4700016" y="1463040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Header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4700016" y="1920240"/>
            <a:ext cx="3950208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4700016" y="1920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5202936" y="1920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5705856" y="1920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4791456" y="226771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Side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91456" y="2587752"/>
            <a:ext cx="804672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4791456" y="2724912"/>
            <a:ext cx="804672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4791456" y="2862072"/>
            <a:ext cx="804672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4791456" y="2999232"/>
            <a:ext cx="804672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4791456" y="3136392"/>
            <a:ext cx="482803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5779008" y="226771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Content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5779008" y="2587752"/>
            <a:ext cx="1792224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5779008" y="2724912"/>
            <a:ext cx="1792224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5779008" y="2862072"/>
            <a:ext cx="1792224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5779008" y="2999232"/>
            <a:ext cx="1792224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5779008" y="3136392"/>
            <a:ext cx="1792224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5779008" y="3273552"/>
            <a:ext cx="1792224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5779008" y="3410712"/>
            <a:ext cx="1792224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1"/>
          <p:cNvSpPr/>
          <p:nvPr/>
        </p:nvSpPr>
        <p:spPr>
          <a:xfrm>
            <a:off x="5779008" y="3547872"/>
            <a:ext cx="1792224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2"/>
          <p:cNvSpPr/>
          <p:nvPr/>
        </p:nvSpPr>
        <p:spPr>
          <a:xfrm>
            <a:off x="5779008" y="3685032"/>
            <a:ext cx="1075334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 txBox="1"/>
          <p:nvPr/>
        </p:nvSpPr>
        <p:spPr>
          <a:xfrm>
            <a:off x="7754112" y="226771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Side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7754112" y="2587752"/>
            <a:ext cx="804672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7754112" y="2724912"/>
            <a:ext cx="804672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7754112" y="2862072"/>
            <a:ext cx="804672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7754112" y="2999232"/>
            <a:ext cx="804672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7754112" y="3136392"/>
            <a:ext cx="482803" cy="54864"/>
          </a:xfrm>
          <a:prstGeom prst="rect">
            <a:avLst/>
          </a:prstGeom>
          <a:solidFill>
            <a:srgbClr val="E1E3EC"/>
          </a:solidFill>
          <a:ln w="12700">
            <a:solidFill>
              <a:srgbClr val="E1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4700016" y="4142232"/>
            <a:ext cx="3950208" cy="438912"/>
          </a:xfrm>
          <a:prstGeom prst="rect">
            <a:avLst/>
          </a:prstGeom>
          <a:solidFill>
            <a:srgbClr val="F1F1F1"/>
          </a:solidFill>
          <a:ln w="254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 txBox="1"/>
          <p:nvPr/>
        </p:nvSpPr>
        <p:spPr>
          <a:xfrm>
            <a:off x="4700016" y="4142232"/>
            <a:ext cx="3950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Footer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36666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LAYOUT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ahead: Flexbox and Grid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Floats still work, but modern CSS builds the same 25% / 50% / 25% layout more simply with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or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with no floats to clear.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39776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40080" y="1984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One-dimensional: a row or a column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606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77240" y="27066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23544" y="27066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69848" y="27066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77240" y="2935224"/>
            <a:ext cx="3337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.row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display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.side  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.middle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848106" cy="411480"/>
          </a:xfrm>
          <a:prstGeom prst="rect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080" y="3977640"/>
            <a:ext cx="8481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570482" y="3977640"/>
            <a:ext cx="1751076" cy="411480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570482" y="3977640"/>
            <a:ext cx="1751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403854" y="3977640"/>
            <a:ext cx="902970" cy="411480"/>
          </a:xfrm>
          <a:prstGeom prst="rect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3403854" y="3977640"/>
            <a:ext cx="902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09160" y="1874520"/>
            <a:ext cx="39776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892040" y="1984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892040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Two-dimensional: rows and columns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92040" y="260604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029200" y="27066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175504" y="27066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321808" y="27066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029200" y="2935224"/>
            <a:ext cx="3337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.row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grid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1fr 2fr 1fr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92040" y="3977640"/>
            <a:ext cx="848106" cy="411480"/>
          </a:xfrm>
          <a:prstGeom prst="rect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4892040" y="3977640"/>
            <a:ext cx="8481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822442" y="3977640"/>
            <a:ext cx="1751076" cy="411480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5822442" y="3977640"/>
            <a:ext cx="1751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655814" y="3977640"/>
            <a:ext cx="902970" cy="411480"/>
          </a:xfrm>
          <a:prstGeom prst="rect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7655814" y="3977640"/>
            <a:ext cx="902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076795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 from today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ECFA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21792" y="151790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21792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353312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separates </a:t>
            </a: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from content. A rule is a selector plus a block of declarations.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ECFA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28032" y="151790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828032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1353312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elements with element,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.class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universal, and comma-grouped selectors.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37744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ECFA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1792" y="261518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2179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2450592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 </a:t>
            </a: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style sheets; internal and inline styles are harder to maintain.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237744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ECFA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28032" y="261518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8280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2450592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rules conflict, inline beats id, id beats class, and class beats element.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47472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ECFA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1792" y="371246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2179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3547872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width = width + padding + border + margin, unless 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box-sizing: border-box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663440" y="347472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ECFA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828032" y="371246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82803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440680" y="3547872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only move </a:t>
            </a: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positioned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elements: relative, fixed, absolute, or sticky.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919447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291840" cy="3429000"/>
          </a:xfrm>
          <a:prstGeom prst="roundRect">
            <a:avLst>
              <a:gd name="adj" fmla="val 2222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1" y="15837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5603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one-page site for a campus club using an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a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file. Tick off each requirement on the right.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Time: 30 minutes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023360" y="12618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448056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external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style sheet; no inline styles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023360" y="18379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4480560" y="1764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header and a navigation bar with 3 links and a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hover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colour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023360" y="24140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4480560" y="23408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3-column body at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 / 50% / 25%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then a footer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023360" y="2990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4480560" y="29169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at least one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selector and one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selector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4023360" y="35661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4480560" y="3493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a card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width: 300px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padding, and border; make it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exactly 300px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wide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023360" y="41422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480560" y="4069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navigation bar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sticky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at the top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8449806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READING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and books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Lecture 02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47218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353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references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MDN Web Docs: CSS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2860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u="sng" dirty="0">
                <a:solidFill>
                  <a:srgbClr val="66339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developer.mozilla.org/docs/Web/CSS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743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W3Schools CSS Tutorial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0175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u="sng" dirty="0">
                <a:solidFill>
                  <a:srgbClr val="663399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www.w3schools.com/css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474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W3C CSS Specifications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37490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u="sng" dirty="0">
                <a:solidFill>
                  <a:srgbClr val="663399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www.w3.org/Style/CSS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09160" y="118872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892040" y="1353312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912" y="147218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440680" y="1353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books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937760" y="19659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Sams Teach Yourself Ajax, JavaScript and PHP All in One</a:t>
            </a: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Phil Ballard and Michael Moncur; Sams Publishing, 2010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Phrasebook</a:t>
            </a: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Christian Wenz; Sams Publishing, 2007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and MySQL Web Development, 4/E</a:t>
            </a: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Luke Welling and Laura Thomson; Addison-Wesley Professional, 2009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for Programmers</a:t>
            </a: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Paul J. Deitel and Harvey M. Deitel; Prentice Hall, 2009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501473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91165431903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anose="02040503050406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 panose="02040503050406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35EE21E-B206-49B2-B75B-79E00AB7B72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7f507c0-bc7a-4e64-adf2-6579b21fe53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4452</Words>
  <Application>Microsoft Office PowerPoint</Application>
  <PresentationFormat>On-screen Show (16:9)</PresentationFormat>
  <Paragraphs>914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Cambria</vt:lpstr>
      <vt:lpstr>Courier New</vt:lpstr>
      <vt:lpstr>Times New Roman</vt:lpstr>
      <vt:lpstr>Verdana</vt:lpstr>
      <vt:lpstr>Office Theme [1791165431903]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02 — Introduction to CSS</dc:title>
  <dc:subject>PptxGenJS Presentation</dc:subject>
  <dc:creator>Rifat Al Mamun Rudro</dc:creator>
  <cp:lastModifiedBy>RIFAT AL MAMUN RUDRO</cp:lastModifiedBy>
  <cp:revision>2</cp:revision>
  <dcterms:created xsi:type="dcterms:W3CDTF">2026-09-30T02:06:26Z</dcterms:created>
  <dcterms:modified xsi:type="dcterms:W3CDTF">2026-10-05T08:37:42Z</dcterms:modified>
</cp:coreProperties>
</file>