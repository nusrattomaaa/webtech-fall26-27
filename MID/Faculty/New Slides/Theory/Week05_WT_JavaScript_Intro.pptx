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42"/>
  </p:notesMasterIdLst>
  <p:sldIdLst>
    <p:sldId id="299" r:id="rId2"/>
    <p:sldId id="300" r:id="rId3"/>
    <p:sldId id="258" r:id="rId4"/>
    <p:sldId id="301" r:id="rId5"/>
    <p:sldId id="302" r:id="rId6"/>
    <p:sldId id="303" r:id="rId7"/>
    <p:sldId id="262" r:id="rId8"/>
    <p:sldId id="304" r:id="rId9"/>
    <p:sldId id="305" r:id="rId10"/>
    <p:sldId id="306" r:id="rId11"/>
    <p:sldId id="307" r:id="rId12"/>
    <p:sldId id="26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  <p:sldId id="276" r:id="rId22"/>
    <p:sldId id="316" r:id="rId23"/>
    <p:sldId id="317" r:id="rId24"/>
    <p:sldId id="318" r:id="rId25"/>
    <p:sldId id="319" r:id="rId26"/>
    <p:sldId id="320" r:id="rId27"/>
    <p:sldId id="321" r:id="rId28"/>
    <p:sldId id="283" r:id="rId29"/>
    <p:sldId id="322" r:id="rId30"/>
    <p:sldId id="323" r:id="rId31"/>
    <p:sldId id="324" r:id="rId32"/>
    <p:sldId id="325" r:id="rId33"/>
    <p:sldId id="288" r:id="rId34"/>
    <p:sldId id="326" r:id="rId35"/>
    <p:sldId id="327" r:id="rId36"/>
    <p:sldId id="328" r:id="rId37"/>
    <p:sldId id="329" r:id="rId38"/>
    <p:sldId id="330" r:id="rId39"/>
    <p:sldId id="294" r:id="rId40"/>
    <p:sldId id="331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55B9FD-AB10-4DD6-9264-C3C59C5EEB07}" v="2" dt="2026-10-05T08:37:50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7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FAT AL MAMUN RUDRO" userId="24b27b9a-aab3-4351-8aca-a88306e0f932" providerId="ADAL" clId="{DB9BBBDC-F455-4572-BF35-B25E0968203C}"/>
    <pc:docChg chg="custSel addSld delSld modSld addMainMaster delMainMaster">
      <pc:chgData name="RIFAT AL MAMUN RUDRO" userId="24b27b9a-aab3-4351-8aca-a88306e0f932" providerId="ADAL" clId="{DB9BBBDC-F455-4572-BF35-B25E0968203C}" dt="2026-10-05T11:05:55.005" v="1843" actId="14100"/>
      <pc:docMkLst>
        <pc:docMk/>
      </pc:docMkLst>
      <pc:sldChg chg="del">
        <pc:chgData name="RIFAT AL MAMUN RUDRO" userId="24b27b9a-aab3-4351-8aca-a88306e0f932" providerId="ADAL" clId="{DB9BBBDC-F455-4572-BF35-B25E0968203C}" dt="2026-10-05T04:06:19.385" v="1"/>
        <pc:sldMkLst>
          <pc:docMk/>
          <pc:sldMk cId="0" sldId="256"/>
        </pc:sldMkLst>
      </pc:sldChg>
      <pc:sldChg chg="modSp del mod setBg modClrScheme chgLayout">
        <pc:chgData name="RIFAT AL MAMUN RUDRO" userId="24b27b9a-aab3-4351-8aca-a88306e0f932" providerId="ADAL" clId="{DB9BBBDC-F455-4572-BF35-B25E0968203C}" dt="2026-10-05T08:38:12.583" v="1780"/>
        <pc:sldMkLst>
          <pc:docMk/>
          <pc:sldMk cId="0" sldId="257"/>
        </pc:sldMkLst>
        <pc:spChg chg="mod">
          <ac:chgData name="RIFAT AL MAMUN RUDRO" userId="24b27b9a-aab3-4351-8aca-a88306e0f932" providerId="ADAL" clId="{DB9BBBDC-F455-4572-BF35-B25E0968203C}" dt="2026-10-05T04:08:10.383" v="74"/>
          <ac:spMkLst>
            <pc:docMk/>
            <pc:sldMk cId="0" sldId="257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10.407" v="75"/>
          <ac:spMkLst>
            <pc:docMk/>
            <pc:sldMk cId="0" sldId="257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10.441" v="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10.460" v="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10.483" v="78"/>
          <ac:spMkLst>
            <pc:docMk/>
            <pc:sldMk cId="0" sldId="257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10.524" v="79"/>
          <ac:spMkLst>
            <pc:docMk/>
            <pc:sldMk cId="0" sldId="257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10.561" v="80"/>
          <ac:spMkLst>
            <pc:docMk/>
            <pc:sldMk cId="0" sldId="257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10.605" v="81"/>
          <ac:spMkLst>
            <pc:docMk/>
            <pc:sldMk cId="0" sldId="257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10.661" v="82"/>
          <ac:spMkLst>
            <pc:docMk/>
            <pc:sldMk cId="0" sldId="257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10.707" v="83"/>
          <ac:spMkLst>
            <pc:docMk/>
            <pc:sldMk cId="0" sldId="257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10.724" v="84"/>
          <ac:spMkLst>
            <pc:docMk/>
            <pc:sldMk cId="0" sldId="257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10.776" v="85"/>
          <ac:spMkLst>
            <pc:docMk/>
            <pc:sldMk cId="0" sldId="257"/>
            <ac:spMk id="24" creationId="{00000000-0000-0000-0000-000000000000}"/>
          </ac:spMkLst>
        </pc:spChg>
      </pc:sldChg>
      <pc:sldChg chg="modSp mod setBg modClrScheme chgLayout">
        <pc:chgData name="RIFAT AL MAMUN RUDRO" userId="24b27b9a-aab3-4351-8aca-a88306e0f932" providerId="ADAL" clId="{DB9BBBDC-F455-4572-BF35-B25E0968203C}" dt="2026-10-05T04:09:49.825" v="841"/>
        <pc:sldMkLst>
          <pc:docMk/>
          <pc:sldMk cId="0" sldId="258"/>
        </pc:sldMkLst>
        <pc:spChg chg="mod">
          <ac:chgData name="RIFAT AL MAMUN RUDRO" userId="24b27b9a-aab3-4351-8aca-a88306e0f932" providerId="ADAL" clId="{DB9BBBDC-F455-4572-BF35-B25E0968203C}" dt="2026-10-05T04:08:31.974" v="110"/>
          <ac:spMkLst>
            <pc:docMk/>
            <pc:sldMk cId="0" sldId="258"/>
            <ac:spMk id="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49.758" v="792"/>
          <ac:spMkLst>
            <pc:docMk/>
            <pc:sldMk cId="0" sldId="258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49.793" v="828"/>
          <ac:spMkLst>
            <pc:docMk/>
            <pc:sldMk cId="0" sldId="258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49.809" v="829"/>
          <ac:spMkLst>
            <pc:docMk/>
            <pc:sldMk cId="0" sldId="258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49.825" v="841"/>
          <ac:spMkLst>
            <pc:docMk/>
            <pc:sldMk cId="0" sldId="258"/>
            <ac:spMk id="8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2.845" v="1782"/>
        <pc:sldMkLst>
          <pc:docMk/>
          <pc:sldMk cId="0" sldId="259"/>
        </pc:sldMkLst>
        <pc:spChg chg="mod">
          <ac:chgData name="RIFAT AL MAMUN RUDRO" userId="24b27b9a-aab3-4351-8aca-a88306e0f932" providerId="ADAL" clId="{DB9BBBDC-F455-4572-BF35-B25E0968203C}" dt="2026-10-05T04:08:32.062" v="116"/>
          <ac:spMkLst>
            <pc:docMk/>
            <pc:sldMk cId="0" sldId="259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091" v="117"/>
          <ac:spMkLst>
            <pc:docMk/>
            <pc:sldMk cId="0" sldId="259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139" v="118"/>
          <ac:spMkLst>
            <pc:docMk/>
            <pc:sldMk cId="0" sldId="259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158" v="119"/>
          <ac:spMkLst>
            <pc:docMk/>
            <pc:sldMk cId="0" sldId="259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262" v="120"/>
          <ac:spMkLst>
            <pc:docMk/>
            <pc:sldMk cId="0" sldId="259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323" v="121"/>
          <ac:spMkLst>
            <pc:docMk/>
            <pc:sldMk cId="0" sldId="259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341" v="122"/>
          <ac:spMkLst>
            <pc:docMk/>
            <pc:sldMk cId="0" sldId="259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341" v="123"/>
          <ac:spMkLst>
            <pc:docMk/>
            <pc:sldMk cId="0" sldId="259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357" v="124"/>
          <ac:spMkLst>
            <pc:docMk/>
            <pc:sldMk cId="0" sldId="259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374" v="125"/>
          <ac:spMkLst>
            <pc:docMk/>
            <pc:sldMk cId="0" sldId="259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395" v="12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415" v="127"/>
          <ac:spMkLst>
            <pc:docMk/>
            <pc:sldMk cId="0" sldId="259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429" v="128"/>
          <ac:spMkLst>
            <pc:docMk/>
            <pc:sldMk cId="0" sldId="259"/>
            <ac:spMk id="24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3.031" v="1784"/>
        <pc:sldMkLst>
          <pc:docMk/>
          <pc:sldMk cId="0" sldId="260"/>
        </pc:sldMkLst>
        <pc:spChg chg="mod">
          <ac:chgData name="RIFAT AL MAMUN RUDRO" userId="24b27b9a-aab3-4351-8aca-a88306e0f932" providerId="ADAL" clId="{DB9BBBDC-F455-4572-BF35-B25E0968203C}" dt="2026-10-05T04:08:32.447" v="130"/>
          <ac:spMkLst>
            <pc:docMk/>
            <pc:sldMk cId="0" sldId="260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459" v="131"/>
          <ac:spMkLst>
            <pc:docMk/>
            <pc:sldMk cId="0" sldId="260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473" v="132"/>
          <ac:spMkLst>
            <pc:docMk/>
            <pc:sldMk cId="0" sldId="260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473" v="133"/>
          <ac:spMkLst>
            <pc:docMk/>
            <pc:sldMk cId="0" sldId="260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490" v="134"/>
          <ac:spMkLst>
            <pc:docMk/>
            <pc:sldMk cId="0" sldId="260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507" v="135"/>
          <ac:spMkLst>
            <pc:docMk/>
            <pc:sldMk cId="0" sldId="260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530" v="13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590" v="13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590" v="138"/>
          <ac:spMkLst>
            <pc:docMk/>
            <pc:sldMk cId="0" sldId="260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607" v="139"/>
          <ac:spMkLst>
            <pc:docMk/>
            <pc:sldMk cId="0" sldId="260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641" v="140"/>
          <ac:spMkLst>
            <pc:docMk/>
            <pc:sldMk cId="0" sldId="260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672" v="141"/>
          <ac:spMkLst>
            <pc:docMk/>
            <pc:sldMk cId="0" sldId="260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693" v="142"/>
          <ac:spMkLst>
            <pc:docMk/>
            <pc:sldMk cId="0" sldId="260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724" v="143"/>
          <ac:spMkLst>
            <pc:docMk/>
            <pc:sldMk cId="0" sldId="260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741" v="144"/>
          <ac:spMkLst>
            <pc:docMk/>
            <pc:sldMk cId="0" sldId="260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776" v="145"/>
          <ac:spMkLst>
            <pc:docMk/>
            <pc:sldMk cId="0" sldId="260"/>
            <ac:spMk id="2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807" v="14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830" v="147"/>
          <ac:spMkLst>
            <pc:docMk/>
            <pc:sldMk cId="0" sldId="260"/>
            <ac:spMk id="3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857" v="148"/>
          <ac:spMkLst>
            <pc:docMk/>
            <pc:sldMk cId="0" sldId="260"/>
            <ac:spMk id="3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874" v="149"/>
          <ac:spMkLst>
            <pc:docMk/>
            <pc:sldMk cId="0" sldId="260"/>
            <ac:spMk id="33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3.239" v="1786"/>
        <pc:sldMkLst>
          <pc:docMk/>
          <pc:sldMk cId="0" sldId="261"/>
        </pc:sldMkLst>
        <pc:spChg chg="mod">
          <ac:chgData name="RIFAT AL MAMUN RUDRO" userId="24b27b9a-aab3-4351-8aca-a88306e0f932" providerId="ADAL" clId="{DB9BBBDC-F455-4572-BF35-B25E0968203C}" dt="2026-10-05T04:08:32.912" v="151"/>
          <ac:spMkLst>
            <pc:docMk/>
            <pc:sldMk cId="0" sldId="261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932" v="152"/>
          <ac:spMkLst>
            <pc:docMk/>
            <pc:sldMk cId="0" sldId="261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975" v="153"/>
          <ac:spMkLst>
            <pc:docMk/>
            <pc:sldMk cId="0" sldId="261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2.994" v="154"/>
          <ac:spMkLst>
            <pc:docMk/>
            <pc:sldMk cId="0" sldId="261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008" v="155"/>
          <ac:spMkLst>
            <pc:docMk/>
            <pc:sldMk cId="0" sldId="261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052" v="15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082" v="15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124" v="158"/>
          <ac:spMkLst>
            <pc:docMk/>
            <pc:sldMk cId="0" sldId="261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175" v="159"/>
          <ac:spMkLst>
            <pc:docMk/>
            <pc:sldMk cId="0" sldId="261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212" v="160"/>
          <ac:spMkLst>
            <pc:docMk/>
            <pc:sldMk cId="0" sldId="261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241" v="161"/>
          <ac:spMkLst>
            <pc:docMk/>
            <pc:sldMk cId="0" sldId="261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277" v="162"/>
          <ac:spMkLst>
            <pc:docMk/>
            <pc:sldMk cId="0" sldId="261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309" v="163"/>
          <ac:spMkLst>
            <pc:docMk/>
            <pc:sldMk cId="0" sldId="261"/>
            <ac:spMk id="2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331" v="164"/>
          <ac:spMkLst>
            <pc:docMk/>
            <pc:sldMk cId="0" sldId="261"/>
            <ac:spMk id="3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358" v="165"/>
          <ac:spMkLst>
            <pc:docMk/>
            <pc:sldMk cId="0" sldId="261"/>
            <ac:spMk id="3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382" v="166"/>
          <ac:spMkLst>
            <pc:docMk/>
            <pc:sldMk cId="0" sldId="261"/>
            <ac:spMk id="3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420" v="167"/>
          <ac:spMkLst>
            <pc:docMk/>
            <pc:sldMk cId="0" sldId="261"/>
            <ac:spMk id="3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437" v="168"/>
          <ac:spMkLst>
            <pc:docMk/>
            <pc:sldMk cId="0" sldId="261"/>
            <ac:spMk id="3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450" v="169"/>
          <ac:spMkLst>
            <pc:docMk/>
            <pc:sldMk cId="0" sldId="261"/>
            <ac:spMk id="3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460" v="170"/>
          <ac:spMkLst>
            <pc:docMk/>
            <pc:sldMk cId="0" sldId="261"/>
            <ac:spMk id="4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471" v="171"/>
          <ac:spMkLst>
            <pc:docMk/>
            <pc:sldMk cId="0" sldId="261"/>
            <ac:spMk id="4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487" v="172"/>
          <ac:spMkLst>
            <pc:docMk/>
            <pc:sldMk cId="0" sldId="261"/>
            <ac:spMk id="45" creationId="{00000000-0000-0000-0000-000000000000}"/>
          </ac:spMkLst>
        </pc:spChg>
      </pc:sldChg>
      <pc:sldChg chg="modSp mod setBg modClrScheme chgLayout">
        <pc:chgData name="RIFAT AL MAMUN RUDRO" userId="24b27b9a-aab3-4351-8aca-a88306e0f932" providerId="ADAL" clId="{DB9BBBDC-F455-4572-BF35-B25E0968203C}" dt="2026-10-05T04:09:49.951" v="930"/>
        <pc:sldMkLst>
          <pc:docMk/>
          <pc:sldMk cId="0" sldId="262"/>
        </pc:sldMkLst>
        <pc:spChg chg="mod">
          <ac:chgData name="RIFAT AL MAMUN RUDRO" userId="24b27b9a-aab3-4351-8aca-a88306e0f932" providerId="ADAL" clId="{DB9BBBDC-F455-4572-BF35-B25E0968203C}" dt="2026-10-05T04:08:33.506" v="174"/>
          <ac:spMkLst>
            <pc:docMk/>
            <pc:sldMk cId="0" sldId="262"/>
            <ac:spMk id="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49.858" v="868"/>
          <ac:spMkLst>
            <pc:docMk/>
            <pc:sldMk cId="0" sldId="262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49.909" v="917"/>
          <ac:spMkLst>
            <pc:docMk/>
            <pc:sldMk cId="0" sldId="262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49.928" v="918"/>
          <ac:spMkLst>
            <pc:docMk/>
            <pc:sldMk cId="0" sldId="262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49.951" v="930"/>
          <ac:spMkLst>
            <pc:docMk/>
            <pc:sldMk cId="0" sldId="262"/>
            <ac:spMk id="8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3.379" v="1788"/>
        <pc:sldMkLst>
          <pc:docMk/>
          <pc:sldMk cId="0" sldId="263"/>
        </pc:sldMkLst>
        <pc:spChg chg="mod">
          <ac:chgData name="RIFAT AL MAMUN RUDRO" userId="24b27b9a-aab3-4351-8aca-a88306e0f932" providerId="ADAL" clId="{DB9BBBDC-F455-4572-BF35-B25E0968203C}" dt="2026-10-05T04:08:10.808" v="87"/>
          <ac:spMkLst>
            <pc:docMk/>
            <pc:sldMk cId="0" sldId="263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10.824" v="88"/>
          <ac:spMkLst>
            <pc:docMk/>
            <pc:sldMk cId="0" sldId="263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10.840" v="89"/>
          <ac:spMkLst>
            <pc:docMk/>
            <pc:sldMk cId="0" sldId="263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10.861" v="90"/>
          <ac:spMkLst>
            <pc:docMk/>
            <pc:sldMk cId="0" sldId="263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10.873" v="91"/>
          <ac:spMkLst>
            <pc:docMk/>
            <pc:sldMk cId="0" sldId="263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10.944" v="97"/>
          <ac:spMkLst>
            <pc:docMk/>
            <pc:sldMk cId="0" sldId="263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11.007" v="105"/>
          <ac:spMkLst>
            <pc:docMk/>
            <pc:sldMk cId="0" sldId="263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11.033" v="10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11.063" v="108"/>
          <ac:spMkLst>
            <pc:docMk/>
            <pc:sldMk cId="0" sldId="263"/>
            <ac:spMk id="18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3.507" v="1790"/>
        <pc:sldMkLst>
          <pc:docMk/>
          <pc:sldMk cId="0" sldId="264"/>
        </pc:sldMkLst>
        <pc:spChg chg="mod">
          <ac:chgData name="RIFAT AL MAMUN RUDRO" userId="24b27b9a-aab3-4351-8aca-a88306e0f932" providerId="ADAL" clId="{DB9BBBDC-F455-4572-BF35-B25E0968203C}" dt="2026-10-05T04:08:33.563" v="180"/>
          <ac:spMkLst>
            <pc:docMk/>
            <pc:sldMk cId="0" sldId="264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571" v="181"/>
          <ac:spMkLst>
            <pc:docMk/>
            <pc:sldMk cId="0" sldId="264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584" v="182"/>
          <ac:spMkLst>
            <pc:docMk/>
            <pc:sldMk cId="0" sldId="264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592" v="183"/>
          <ac:spMkLst>
            <pc:docMk/>
            <pc:sldMk cId="0" sldId="264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601" v="184"/>
          <ac:spMkLst>
            <pc:docMk/>
            <pc:sldMk cId="0" sldId="264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616" v="185"/>
          <ac:spMkLst>
            <pc:docMk/>
            <pc:sldMk cId="0" sldId="264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643" v="188"/>
          <ac:spMkLst>
            <pc:docMk/>
            <pc:sldMk cId="0" sldId="264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657" v="189"/>
          <ac:spMkLst>
            <pc:docMk/>
            <pc:sldMk cId="0" sldId="264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683" v="193"/>
          <ac:spMkLst>
            <pc:docMk/>
            <pc:sldMk cId="0" sldId="264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694" v="194"/>
          <ac:spMkLst>
            <pc:docMk/>
            <pc:sldMk cId="0" sldId="264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731" v="197"/>
          <ac:spMkLst>
            <pc:docMk/>
            <pc:sldMk cId="0" sldId="264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765" v="198"/>
          <ac:spMkLst>
            <pc:docMk/>
            <pc:sldMk cId="0" sldId="264"/>
            <ac:spMk id="3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799" v="200"/>
          <ac:spMkLst>
            <pc:docMk/>
            <pc:sldMk cId="0" sldId="264"/>
            <ac:spMk id="35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3.658" v="1792"/>
        <pc:sldMkLst>
          <pc:docMk/>
          <pc:sldMk cId="0" sldId="265"/>
        </pc:sldMkLst>
        <pc:spChg chg="mod">
          <ac:chgData name="RIFAT AL MAMUN RUDRO" userId="24b27b9a-aab3-4351-8aca-a88306e0f932" providerId="ADAL" clId="{DB9BBBDC-F455-4572-BF35-B25E0968203C}" dt="2026-10-05T04:08:33.821" v="202"/>
          <ac:spMkLst>
            <pc:docMk/>
            <pc:sldMk cId="0" sldId="265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834" v="203"/>
          <ac:spMkLst>
            <pc:docMk/>
            <pc:sldMk cId="0" sldId="265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849" v="204"/>
          <ac:spMkLst>
            <pc:docMk/>
            <pc:sldMk cId="0" sldId="265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857" v="205"/>
          <ac:spMkLst>
            <pc:docMk/>
            <pc:sldMk cId="0" sldId="265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865" v="206"/>
          <ac:spMkLst>
            <pc:docMk/>
            <pc:sldMk cId="0" sldId="265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902" v="209"/>
          <ac:spMkLst>
            <pc:docMk/>
            <pc:sldMk cId="0" sldId="265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928" v="214"/>
          <ac:spMkLst>
            <pc:docMk/>
            <pc:sldMk cId="0" sldId="265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964" v="217"/>
          <ac:spMkLst>
            <pc:docMk/>
            <pc:sldMk cId="0" sldId="265"/>
            <ac:spMk id="22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3.833" v="1794"/>
        <pc:sldMkLst>
          <pc:docMk/>
          <pc:sldMk cId="0" sldId="266"/>
        </pc:sldMkLst>
        <pc:spChg chg="mod">
          <ac:chgData name="RIFAT AL MAMUN RUDRO" userId="24b27b9a-aab3-4351-8aca-a88306e0f932" providerId="ADAL" clId="{DB9BBBDC-F455-4572-BF35-B25E0968203C}" dt="2026-10-05T04:08:33.979" v="219"/>
          <ac:spMkLst>
            <pc:docMk/>
            <pc:sldMk cId="0" sldId="266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3.988" v="220"/>
          <ac:spMkLst>
            <pc:docMk/>
            <pc:sldMk cId="0" sldId="266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001" v="221"/>
          <ac:spMkLst>
            <pc:docMk/>
            <pc:sldMk cId="0" sldId="266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019" v="222"/>
          <ac:spMkLst>
            <pc:docMk/>
            <pc:sldMk cId="0" sldId="266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028" v="223"/>
          <ac:spMkLst>
            <pc:docMk/>
            <pc:sldMk cId="0" sldId="266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038" v="224"/>
          <ac:spMkLst>
            <pc:docMk/>
            <pc:sldMk cId="0" sldId="266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045" v="225"/>
          <ac:spMkLst>
            <pc:docMk/>
            <pc:sldMk cId="0" sldId="266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055" v="22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065" v="227"/>
          <ac:spMkLst>
            <pc:docMk/>
            <pc:sldMk cId="0" sldId="266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075" v="228"/>
          <ac:spMkLst>
            <pc:docMk/>
            <pc:sldMk cId="0" sldId="266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084" v="229"/>
          <ac:spMkLst>
            <pc:docMk/>
            <pc:sldMk cId="0" sldId="266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092" v="230"/>
          <ac:spMkLst>
            <pc:docMk/>
            <pc:sldMk cId="0" sldId="266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100" v="231"/>
          <ac:spMkLst>
            <pc:docMk/>
            <pc:sldMk cId="0" sldId="266"/>
            <ac:spMk id="2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110" v="232"/>
          <ac:spMkLst>
            <pc:docMk/>
            <pc:sldMk cId="0" sldId="266"/>
            <ac:spMk id="3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119" v="233"/>
          <ac:spMkLst>
            <pc:docMk/>
            <pc:sldMk cId="0" sldId="266"/>
            <ac:spMk id="3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137" v="235"/>
          <ac:spMkLst>
            <pc:docMk/>
            <pc:sldMk cId="0" sldId="266"/>
            <ac:spMk id="35" creationId="{00000000-0000-0000-0000-000000000000}"/>
          </ac:spMkLst>
        </pc:spChg>
      </pc:sldChg>
      <pc:sldChg chg="modSp mod setBg modClrScheme chgLayout">
        <pc:chgData name="RIFAT AL MAMUN RUDRO" userId="24b27b9a-aab3-4351-8aca-a88306e0f932" providerId="ADAL" clId="{DB9BBBDC-F455-4572-BF35-B25E0968203C}" dt="2026-10-05T04:09:50.050" v="1022"/>
        <pc:sldMkLst>
          <pc:docMk/>
          <pc:sldMk cId="0" sldId="267"/>
        </pc:sldMkLst>
        <pc:spChg chg="mod">
          <ac:chgData name="RIFAT AL MAMUN RUDRO" userId="24b27b9a-aab3-4351-8aca-a88306e0f932" providerId="ADAL" clId="{DB9BBBDC-F455-4572-BF35-B25E0968203C}" dt="2026-10-05T04:08:34.151" v="237"/>
          <ac:spMkLst>
            <pc:docMk/>
            <pc:sldMk cId="0" sldId="267"/>
            <ac:spMk id="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49.995" v="954"/>
          <ac:spMkLst>
            <pc:docMk/>
            <pc:sldMk cId="0" sldId="267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023" v="1008"/>
          <ac:spMkLst>
            <pc:docMk/>
            <pc:sldMk cId="0" sldId="267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023" v="1010"/>
          <ac:spMkLst>
            <pc:docMk/>
            <pc:sldMk cId="0" sldId="267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050" v="1022"/>
          <ac:spMkLst>
            <pc:docMk/>
            <pc:sldMk cId="0" sldId="267"/>
            <ac:spMk id="8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4.106" v="1796"/>
        <pc:sldMkLst>
          <pc:docMk/>
          <pc:sldMk cId="0" sldId="268"/>
        </pc:sldMkLst>
        <pc:spChg chg="mod">
          <ac:chgData name="RIFAT AL MAMUN RUDRO" userId="24b27b9a-aab3-4351-8aca-a88306e0f932" providerId="ADAL" clId="{DB9BBBDC-F455-4572-BF35-B25E0968203C}" dt="2026-10-05T04:08:34.194" v="243"/>
          <ac:spMkLst>
            <pc:docMk/>
            <pc:sldMk cId="0" sldId="268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201" v="244"/>
          <ac:spMkLst>
            <pc:docMk/>
            <pc:sldMk cId="0" sldId="268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207" v="245"/>
          <ac:spMkLst>
            <pc:docMk/>
            <pc:sldMk cId="0" sldId="268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207" v="246"/>
          <ac:spMkLst>
            <pc:docMk/>
            <pc:sldMk cId="0" sldId="268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228" v="247"/>
          <ac:spMkLst>
            <pc:docMk/>
            <pc:sldMk cId="0" sldId="268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260" v="250"/>
          <ac:spMkLst>
            <pc:docMk/>
            <pc:sldMk cId="0" sldId="268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291" v="252"/>
          <ac:spMkLst>
            <pc:docMk/>
            <pc:sldMk cId="0" sldId="268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309" v="253"/>
          <ac:spMkLst>
            <pc:docMk/>
            <pc:sldMk cId="0" sldId="268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34.358" v="255"/>
          <ac:spMkLst>
            <pc:docMk/>
            <pc:sldMk cId="0" sldId="268"/>
            <ac:spMk id="16" creationId="{00000000-0000-0000-0000-000000000000}"/>
          </ac:spMkLst>
        </pc:spChg>
        <pc:graphicFrameChg chg="modGraphic">
          <ac:chgData name="RIFAT AL MAMUN RUDRO" userId="24b27b9a-aab3-4351-8aca-a88306e0f932" providerId="ADAL" clId="{DB9BBBDC-F455-4572-BF35-B25E0968203C}" dt="2026-10-05T04:09:33.335" v="734"/>
          <ac:graphicFrameMkLst>
            <pc:docMk/>
            <pc:sldMk cId="0" sldId="268"/>
            <ac:graphicFrameMk id="15" creationId="{00000000-0000-0000-0000-000000000000}"/>
          </ac:graphicFrameMkLst>
        </pc:graphicFrameChg>
      </pc:sldChg>
      <pc:sldChg chg="modSp del mod setBg modClrScheme chgLayout">
        <pc:chgData name="RIFAT AL MAMUN RUDRO" userId="24b27b9a-aab3-4351-8aca-a88306e0f932" providerId="ADAL" clId="{DB9BBBDC-F455-4572-BF35-B25E0968203C}" dt="2026-10-05T08:38:14.302" v="1798"/>
        <pc:sldMkLst>
          <pc:docMk/>
          <pc:sldMk cId="0" sldId="269"/>
        </pc:sldMkLst>
        <pc:spChg chg="mod">
          <ac:chgData name="RIFAT AL MAMUN RUDRO" userId="24b27b9a-aab3-4351-8aca-a88306e0f932" providerId="ADAL" clId="{DB9BBBDC-F455-4572-BF35-B25E0968203C}" dt="2026-10-05T04:08:46.392" v="257"/>
          <ac:spMkLst>
            <pc:docMk/>
            <pc:sldMk cId="0" sldId="269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395" v="258"/>
          <ac:spMkLst>
            <pc:docMk/>
            <pc:sldMk cId="0" sldId="269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423" v="259"/>
          <ac:spMkLst>
            <pc:docMk/>
            <pc:sldMk cId="0" sldId="269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432" v="260"/>
          <ac:spMkLst>
            <pc:docMk/>
            <pc:sldMk cId="0" sldId="269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442" v="261"/>
          <ac:spMkLst>
            <pc:docMk/>
            <pc:sldMk cId="0" sldId="269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525" v="270"/>
          <ac:spMkLst>
            <pc:docMk/>
            <pc:sldMk cId="0" sldId="269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542" v="271"/>
          <ac:spMkLst>
            <pc:docMk/>
            <pc:sldMk cId="0" sldId="269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598" v="272"/>
          <ac:spMkLst>
            <pc:docMk/>
            <pc:sldMk cId="0" sldId="269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667" v="273"/>
          <ac:spMkLst>
            <pc:docMk/>
            <pc:sldMk cId="0" sldId="269"/>
            <ac:spMk id="3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691" v="274"/>
          <ac:spMkLst>
            <pc:docMk/>
            <pc:sldMk cId="0" sldId="269"/>
            <ac:spMk id="37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4.427" v="1800"/>
        <pc:sldMkLst>
          <pc:docMk/>
          <pc:sldMk cId="0" sldId="270"/>
        </pc:sldMkLst>
        <pc:spChg chg="mod">
          <ac:chgData name="RIFAT AL MAMUN RUDRO" userId="24b27b9a-aab3-4351-8aca-a88306e0f932" providerId="ADAL" clId="{DB9BBBDC-F455-4572-BF35-B25E0968203C}" dt="2026-10-05T04:08:46.707" v="2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724" v="277"/>
          <ac:spMkLst>
            <pc:docMk/>
            <pc:sldMk cId="0" sldId="270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739" v="278"/>
          <ac:spMkLst>
            <pc:docMk/>
            <pc:sldMk cId="0" sldId="270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740" v="279"/>
          <ac:spMkLst>
            <pc:docMk/>
            <pc:sldMk cId="0" sldId="270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756" v="280"/>
          <ac:spMkLst>
            <pc:docMk/>
            <pc:sldMk cId="0" sldId="270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773" v="281"/>
          <ac:spMkLst>
            <pc:docMk/>
            <pc:sldMk cId="0" sldId="270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786" v="282"/>
          <ac:spMkLst>
            <pc:docMk/>
            <pc:sldMk cId="0" sldId="270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807" v="284"/>
          <ac:spMkLst>
            <pc:docMk/>
            <pc:sldMk cId="0" sldId="270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812" v="285"/>
          <ac:spMkLst>
            <pc:docMk/>
            <pc:sldMk cId="0" sldId="270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840" v="286"/>
          <ac:spMkLst>
            <pc:docMk/>
            <pc:sldMk cId="0" sldId="270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845" v="287"/>
          <ac:spMkLst>
            <pc:docMk/>
            <pc:sldMk cId="0" sldId="270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874" v="289"/>
          <ac:spMkLst>
            <pc:docMk/>
            <pc:sldMk cId="0" sldId="270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891" v="290"/>
          <ac:spMkLst>
            <pc:docMk/>
            <pc:sldMk cId="0" sldId="270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915" v="291"/>
          <ac:spMkLst>
            <pc:docMk/>
            <pc:sldMk cId="0" sldId="270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924" v="292"/>
          <ac:spMkLst>
            <pc:docMk/>
            <pc:sldMk cId="0" sldId="270"/>
            <ac:spMk id="2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941" v="294"/>
          <ac:spMkLst>
            <pc:docMk/>
            <pc:sldMk cId="0" sldId="270"/>
            <ac:spMk id="3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957" v="295"/>
          <ac:spMkLst>
            <pc:docMk/>
            <pc:sldMk cId="0" sldId="270"/>
            <ac:spMk id="3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979" v="296"/>
          <ac:spMkLst>
            <pc:docMk/>
            <pc:sldMk cId="0" sldId="270"/>
            <ac:spMk id="3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6.996" v="297"/>
          <ac:spMkLst>
            <pc:docMk/>
            <pc:sldMk cId="0" sldId="270"/>
            <ac:spMk id="39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4.569" v="1802"/>
        <pc:sldMkLst>
          <pc:docMk/>
          <pc:sldMk cId="0" sldId="271"/>
        </pc:sldMkLst>
        <pc:spChg chg="mod">
          <ac:chgData name="RIFAT AL MAMUN RUDRO" userId="24b27b9a-aab3-4351-8aca-a88306e0f932" providerId="ADAL" clId="{DB9BBBDC-F455-4572-BF35-B25E0968203C}" dt="2026-10-05T04:08:47.024" v="299"/>
          <ac:spMkLst>
            <pc:docMk/>
            <pc:sldMk cId="0" sldId="271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040" v="300"/>
          <ac:spMkLst>
            <pc:docMk/>
            <pc:sldMk cId="0" sldId="271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058" v="301"/>
          <ac:spMkLst>
            <pc:docMk/>
            <pc:sldMk cId="0" sldId="271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069" v="302"/>
          <ac:spMkLst>
            <pc:docMk/>
            <pc:sldMk cId="0" sldId="271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079" v="303"/>
          <ac:spMkLst>
            <pc:docMk/>
            <pc:sldMk cId="0" sldId="271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105" v="304"/>
          <ac:spMkLst>
            <pc:docMk/>
            <pc:sldMk cId="0" sldId="271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110" v="305"/>
          <ac:spMkLst>
            <pc:docMk/>
            <pc:sldMk cId="0" sldId="271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124" v="30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149" v="307"/>
          <ac:spMkLst>
            <pc:docMk/>
            <pc:sldMk cId="0" sldId="271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178" v="308"/>
          <ac:spMkLst>
            <pc:docMk/>
            <pc:sldMk cId="0" sldId="271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200" v="309"/>
          <ac:spMkLst>
            <pc:docMk/>
            <pc:sldMk cId="0" sldId="271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225" v="310"/>
          <ac:spMkLst>
            <pc:docMk/>
            <pc:sldMk cId="0" sldId="271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250" v="311"/>
          <ac:spMkLst>
            <pc:docMk/>
            <pc:sldMk cId="0" sldId="271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270" v="312"/>
          <ac:spMkLst>
            <pc:docMk/>
            <pc:sldMk cId="0" sldId="271"/>
            <ac:spMk id="2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297" v="313"/>
          <ac:spMkLst>
            <pc:docMk/>
            <pc:sldMk cId="0" sldId="271"/>
            <ac:spMk id="3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313" v="314"/>
          <ac:spMkLst>
            <pc:docMk/>
            <pc:sldMk cId="0" sldId="271"/>
            <ac:spMk id="3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322" v="315"/>
          <ac:spMkLst>
            <pc:docMk/>
            <pc:sldMk cId="0" sldId="271"/>
            <ac:spMk id="3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327" v="316"/>
          <ac:spMkLst>
            <pc:docMk/>
            <pc:sldMk cId="0" sldId="271"/>
            <ac:spMk id="35" creationId="{00000000-0000-0000-0000-000000000000}"/>
          </ac:spMkLst>
        </pc:spChg>
        <pc:graphicFrameChg chg="modGraphic">
          <ac:chgData name="RIFAT AL MAMUN RUDRO" userId="24b27b9a-aab3-4351-8aca-a88306e0f932" providerId="ADAL" clId="{DB9BBBDC-F455-4572-BF35-B25E0968203C}" dt="2026-10-05T04:09:33.335" v="736"/>
          <ac:graphicFrameMkLst>
            <pc:docMk/>
            <pc:sldMk cId="0" sldId="271"/>
            <ac:graphicFrameMk id="36" creationId="{00000000-0000-0000-0000-000000000000}"/>
          </ac:graphicFrameMkLst>
        </pc:graphicFrameChg>
      </pc:sldChg>
      <pc:sldChg chg="modSp del mod setBg modClrScheme chgLayout">
        <pc:chgData name="RIFAT AL MAMUN RUDRO" userId="24b27b9a-aab3-4351-8aca-a88306e0f932" providerId="ADAL" clId="{DB9BBBDC-F455-4572-BF35-B25E0968203C}" dt="2026-10-05T08:38:14.709" v="1804"/>
        <pc:sldMkLst>
          <pc:docMk/>
          <pc:sldMk cId="0" sldId="272"/>
        </pc:sldMkLst>
        <pc:spChg chg="mod">
          <ac:chgData name="RIFAT AL MAMUN RUDRO" userId="24b27b9a-aab3-4351-8aca-a88306e0f932" providerId="ADAL" clId="{DB9BBBDC-F455-4572-BF35-B25E0968203C}" dt="2026-10-05T04:08:47.363" v="318"/>
          <ac:spMkLst>
            <pc:docMk/>
            <pc:sldMk cId="0" sldId="272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377" v="319"/>
          <ac:spMkLst>
            <pc:docMk/>
            <pc:sldMk cId="0" sldId="272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399" v="320"/>
          <ac:spMkLst>
            <pc:docMk/>
            <pc:sldMk cId="0" sldId="272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407" v="321"/>
          <ac:spMkLst>
            <pc:docMk/>
            <pc:sldMk cId="0" sldId="272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424" v="322"/>
          <ac:spMkLst>
            <pc:docMk/>
            <pc:sldMk cId="0" sldId="272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476" v="324"/>
          <ac:spMkLst>
            <pc:docMk/>
            <pc:sldMk cId="0" sldId="272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491" v="325"/>
          <ac:spMkLst>
            <pc:docMk/>
            <pc:sldMk cId="0" sldId="272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539" v="331"/>
          <ac:spMkLst>
            <pc:docMk/>
            <pc:sldMk cId="0" sldId="272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554" v="332"/>
          <ac:spMkLst>
            <pc:docMk/>
            <pc:sldMk cId="0" sldId="272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578" v="333"/>
          <ac:spMkLst>
            <pc:docMk/>
            <pc:sldMk cId="0" sldId="272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590" v="334"/>
          <ac:spMkLst>
            <pc:docMk/>
            <pc:sldMk cId="0" sldId="272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600" v="335"/>
          <ac:spMkLst>
            <pc:docMk/>
            <pc:sldMk cId="0" sldId="272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624" v="336"/>
          <ac:spMkLst>
            <pc:docMk/>
            <pc:sldMk cId="0" sldId="272"/>
            <ac:spMk id="23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4.878" v="1806"/>
        <pc:sldMkLst>
          <pc:docMk/>
          <pc:sldMk cId="0" sldId="273"/>
        </pc:sldMkLst>
        <pc:spChg chg="mod">
          <ac:chgData name="RIFAT AL MAMUN RUDRO" userId="24b27b9a-aab3-4351-8aca-a88306e0f932" providerId="ADAL" clId="{DB9BBBDC-F455-4572-BF35-B25E0968203C}" dt="2026-10-05T04:08:47.624" v="338"/>
          <ac:spMkLst>
            <pc:docMk/>
            <pc:sldMk cId="0" sldId="273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640" v="339"/>
          <ac:spMkLst>
            <pc:docMk/>
            <pc:sldMk cId="0" sldId="273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657" v="340"/>
          <ac:spMkLst>
            <pc:docMk/>
            <pc:sldMk cId="0" sldId="273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665" v="341"/>
          <ac:spMkLst>
            <pc:docMk/>
            <pc:sldMk cId="0" sldId="273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675" v="342"/>
          <ac:spMkLst>
            <pc:docMk/>
            <pc:sldMk cId="0" sldId="273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707" v="344"/>
          <ac:spMkLst>
            <pc:docMk/>
            <pc:sldMk cId="0" sldId="273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740" v="347"/>
          <ac:spMkLst>
            <pc:docMk/>
            <pc:sldMk cId="0" sldId="273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740" v="348"/>
          <ac:spMkLst>
            <pc:docMk/>
            <pc:sldMk cId="0" sldId="273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766" v="349"/>
          <ac:spMkLst>
            <pc:docMk/>
            <pc:sldMk cId="0" sldId="273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774" v="350"/>
          <ac:spMkLst>
            <pc:docMk/>
            <pc:sldMk cId="0" sldId="273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807" v="351"/>
          <ac:spMkLst>
            <pc:docMk/>
            <pc:sldMk cId="0" sldId="273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834" v="352"/>
          <ac:spMkLst>
            <pc:docMk/>
            <pc:sldMk cId="0" sldId="273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856" v="353"/>
          <ac:spMkLst>
            <pc:docMk/>
            <pc:sldMk cId="0" sldId="273"/>
            <ac:spMk id="3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877" v="354"/>
          <ac:spMkLst>
            <pc:docMk/>
            <pc:sldMk cId="0" sldId="273"/>
            <ac:spMk id="38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4.977" v="1808"/>
        <pc:sldMkLst>
          <pc:docMk/>
          <pc:sldMk cId="0" sldId="274"/>
        </pc:sldMkLst>
        <pc:spChg chg="mod">
          <ac:chgData name="RIFAT AL MAMUN RUDRO" userId="24b27b9a-aab3-4351-8aca-a88306e0f932" providerId="ADAL" clId="{DB9BBBDC-F455-4572-BF35-B25E0968203C}" dt="2026-10-05T04:08:47.915" v="356"/>
          <ac:spMkLst>
            <pc:docMk/>
            <pc:sldMk cId="0" sldId="274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928" v="357"/>
          <ac:spMkLst>
            <pc:docMk/>
            <pc:sldMk cId="0" sldId="274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945" v="358"/>
          <ac:spMkLst>
            <pc:docMk/>
            <pc:sldMk cId="0" sldId="274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956" v="359"/>
          <ac:spMkLst>
            <pc:docMk/>
            <pc:sldMk cId="0" sldId="274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971" v="360"/>
          <ac:spMkLst>
            <pc:docMk/>
            <pc:sldMk cId="0" sldId="274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7.989" v="361"/>
          <ac:spMkLst>
            <pc:docMk/>
            <pc:sldMk cId="0" sldId="274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032" v="362"/>
          <ac:spMkLst>
            <pc:docMk/>
            <pc:sldMk cId="0" sldId="274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060" v="363"/>
          <ac:spMkLst>
            <pc:docMk/>
            <pc:sldMk cId="0" sldId="274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096" v="364"/>
          <ac:spMkLst>
            <pc:docMk/>
            <pc:sldMk cId="0" sldId="274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116" v="365"/>
          <ac:spMkLst>
            <pc:docMk/>
            <pc:sldMk cId="0" sldId="274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134" v="366"/>
          <ac:spMkLst>
            <pc:docMk/>
            <pc:sldMk cId="0" sldId="274"/>
            <ac:spMk id="2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172" v="367"/>
          <ac:spMkLst>
            <pc:docMk/>
            <pc:sldMk cId="0" sldId="274"/>
            <ac:spMk id="30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5.082" v="1810"/>
        <pc:sldMkLst>
          <pc:docMk/>
          <pc:sldMk cId="0" sldId="275"/>
        </pc:sldMkLst>
        <pc:spChg chg="mod">
          <ac:chgData name="RIFAT AL MAMUN RUDRO" userId="24b27b9a-aab3-4351-8aca-a88306e0f932" providerId="ADAL" clId="{DB9BBBDC-F455-4572-BF35-B25E0968203C}" dt="2026-10-05T04:08:48.187" v="369"/>
          <ac:spMkLst>
            <pc:docMk/>
            <pc:sldMk cId="0" sldId="275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202" v="370"/>
          <ac:spMkLst>
            <pc:docMk/>
            <pc:sldMk cId="0" sldId="275"/>
            <ac:spMk id="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211" v="371"/>
          <ac:spMkLst>
            <pc:docMk/>
            <pc:sldMk cId="0" sldId="275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223" v="372"/>
          <ac:spMkLst>
            <pc:docMk/>
            <pc:sldMk cId="0" sldId="275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243" v="373"/>
          <ac:spMkLst>
            <pc:docMk/>
            <pc:sldMk cId="0" sldId="275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256" v="374"/>
          <ac:spMkLst>
            <pc:docMk/>
            <pc:sldMk cId="0" sldId="275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264" v="375"/>
          <ac:spMkLst>
            <pc:docMk/>
            <pc:sldMk cId="0" sldId="275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277" v="37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285" v="377"/>
          <ac:spMkLst>
            <pc:docMk/>
            <pc:sldMk cId="0" sldId="275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292" v="378"/>
          <ac:spMkLst>
            <pc:docMk/>
            <pc:sldMk cId="0" sldId="275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297" v="379"/>
          <ac:spMkLst>
            <pc:docMk/>
            <pc:sldMk cId="0" sldId="275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302" v="380"/>
          <ac:spMkLst>
            <pc:docMk/>
            <pc:sldMk cId="0" sldId="275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308" v="381"/>
          <ac:spMkLst>
            <pc:docMk/>
            <pc:sldMk cId="0" sldId="275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313" v="382"/>
          <ac:spMkLst>
            <pc:docMk/>
            <pc:sldMk cId="0" sldId="275"/>
            <ac:spMk id="18" creationId="{00000000-0000-0000-0000-000000000000}"/>
          </ac:spMkLst>
        </pc:spChg>
      </pc:sldChg>
      <pc:sldChg chg="modSp mod setBg modClrScheme chgLayout">
        <pc:chgData name="RIFAT AL MAMUN RUDRO" userId="24b27b9a-aab3-4351-8aca-a88306e0f932" providerId="ADAL" clId="{DB9BBBDC-F455-4572-BF35-B25E0968203C}" dt="2026-10-05T04:09:50.140" v="1122"/>
        <pc:sldMkLst>
          <pc:docMk/>
          <pc:sldMk cId="0" sldId="276"/>
        </pc:sldMkLst>
        <pc:spChg chg="mod">
          <ac:chgData name="RIFAT AL MAMUN RUDRO" userId="24b27b9a-aab3-4351-8aca-a88306e0f932" providerId="ADAL" clId="{DB9BBBDC-F455-4572-BF35-B25E0968203C}" dt="2026-10-05T04:08:48.323" v="384"/>
          <ac:spMkLst>
            <pc:docMk/>
            <pc:sldMk cId="0" sldId="276"/>
            <ac:spMk id="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074" v="1052"/>
          <ac:spMkLst>
            <pc:docMk/>
            <pc:sldMk cId="0" sldId="276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117" v="1108"/>
          <ac:spMkLst>
            <pc:docMk/>
            <pc:sldMk cId="0" sldId="276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126" v="1110"/>
          <ac:spMkLst>
            <pc:docMk/>
            <pc:sldMk cId="0" sldId="276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140" v="1122"/>
          <ac:spMkLst>
            <pc:docMk/>
            <pc:sldMk cId="0" sldId="276"/>
            <ac:spMk id="8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5.243" v="1812"/>
        <pc:sldMkLst>
          <pc:docMk/>
          <pc:sldMk cId="0" sldId="277"/>
        </pc:sldMkLst>
        <pc:spChg chg="mod">
          <ac:chgData name="RIFAT AL MAMUN RUDRO" userId="24b27b9a-aab3-4351-8aca-a88306e0f932" providerId="ADAL" clId="{DB9BBBDC-F455-4572-BF35-B25E0968203C}" dt="2026-10-05T04:08:48.363" v="390"/>
          <ac:spMkLst>
            <pc:docMk/>
            <pc:sldMk cId="0" sldId="277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370" v="391"/>
          <ac:spMkLst>
            <pc:docMk/>
            <pc:sldMk cId="0" sldId="277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382" v="392"/>
          <ac:spMkLst>
            <pc:docMk/>
            <pc:sldMk cId="0" sldId="277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409" v="393"/>
          <ac:spMkLst>
            <pc:docMk/>
            <pc:sldMk cId="0" sldId="277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418" v="394"/>
          <ac:spMkLst>
            <pc:docMk/>
            <pc:sldMk cId="0" sldId="277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439" v="395"/>
          <ac:spMkLst>
            <pc:docMk/>
            <pc:sldMk cId="0" sldId="277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458" v="396"/>
          <ac:spMkLst>
            <pc:docMk/>
            <pc:sldMk cId="0" sldId="277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477" v="397"/>
          <ac:spMkLst>
            <pc:docMk/>
            <pc:sldMk cId="0" sldId="277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493" v="398"/>
          <ac:spMkLst>
            <pc:docMk/>
            <pc:sldMk cId="0" sldId="277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506" v="399"/>
          <ac:spMkLst>
            <pc:docMk/>
            <pc:sldMk cId="0" sldId="277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516" v="400"/>
          <ac:spMkLst>
            <pc:docMk/>
            <pc:sldMk cId="0" sldId="277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532" v="401"/>
          <ac:spMkLst>
            <pc:docMk/>
            <pc:sldMk cId="0" sldId="277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551" v="402"/>
          <ac:spMkLst>
            <pc:docMk/>
            <pc:sldMk cId="0" sldId="277"/>
            <ac:spMk id="3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567" v="403"/>
          <ac:spMkLst>
            <pc:docMk/>
            <pc:sldMk cId="0" sldId="277"/>
            <ac:spMk id="3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581" v="404"/>
          <ac:spMkLst>
            <pc:docMk/>
            <pc:sldMk cId="0" sldId="277"/>
            <ac:spMk id="3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596" v="405"/>
          <ac:spMkLst>
            <pc:docMk/>
            <pc:sldMk cId="0" sldId="277"/>
            <ac:spMk id="3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615" v="406"/>
          <ac:spMkLst>
            <pc:docMk/>
            <pc:sldMk cId="0" sldId="277"/>
            <ac:spMk id="4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624" v="407"/>
          <ac:spMkLst>
            <pc:docMk/>
            <pc:sldMk cId="0" sldId="277"/>
            <ac:spMk id="42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5.361" v="1814"/>
        <pc:sldMkLst>
          <pc:docMk/>
          <pc:sldMk cId="0" sldId="278"/>
        </pc:sldMkLst>
        <pc:spChg chg="mod">
          <ac:chgData name="RIFAT AL MAMUN RUDRO" userId="24b27b9a-aab3-4351-8aca-a88306e0f932" providerId="ADAL" clId="{DB9BBBDC-F455-4572-BF35-B25E0968203C}" dt="2026-10-05T04:08:48.667" v="409"/>
          <ac:spMkLst>
            <pc:docMk/>
            <pc:sldMk cId="0" sldId="278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682" v="410"/>
          <ac:spMkLst>
            <pc:docMk/>
            <pc:sldMk cId="0" sldId="278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695" v="411"/>
          <ac:spMkLst>
            <pc:docMk/>
            <pc:sldMk cId="0" sldId="278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710" v="412"/>
          <ac:spMkLst>
            <pc:docMk/>
            <pc:sldMk cId="0" sldId="278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720" v="413"/>
          <ac:spMkLst>
            <pc:docMk/>
            <pc:sldMk cId="0" sldId="278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746" v="414"/>
          <ac:spMkLst>
            <pc:docMk/>
            <pc:sldMk cId="0" sldId="278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793" v="415"/>
          <ac:spMkLst>
            <pc:docMk/>
            <pc:sldMk cId="0" sldId="278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824" v="420"/>
          <ac:spMkLst>
            <pc:docMk/>
            <pc:sldMk cId="0" sldId="278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845" v="421"/>
          <ac:spMkLst>
            <pc:docMk/>
            <pc:sldMk cId="0" sldId="278"/>
            <ac:spMk id="21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5.564" v="1816"/>
        <pc:sldMkLst>
          <pc:docMk/>
          <pc:sldMk cId="0" sldId="279"/>
        </pc:sldMkLst>
        <pc:spChg chg="mod">
          <ac:chgData name="RIFAT AL MAMUN RUDRO" userId="24b27b9a-aab3-4351-8aca-a88306e0f932" providerId="ADAL" clId="{DB9BBBDC-F455-4572-BF35-B25E0968203C}" dt="2026-10-05T04:08:48.857" v="423"/>
          <ac:spMkLst>
            <pc:docMk/>
            <pc:sldMk cId="0" sldId="279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875" v="424"/>
          <ac:spMkLst>
            <pc:docMk/>
            <pc:sldMk cId="0" sldId="279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893" v="425"/>
          <ac:spMkLst>
            <pc:docMk/>
            <pc:sldMk cId="0" sldId="279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895" v="426"/>
          <ac:spMkLst>
            <pc:docMk/>
            <pc:sldMk cId="0" sldId="279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912" v="427"/>
          <ac:spMkLst>
            <pc:docMk/>
            <pc:sldMk cId="0" sldId="279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925" v="428"/>
          <ac:spMkLst>
            <pc:docMk/>
            <pc:sldMk cId="0" sldId="279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8.957" v="429"/>
          <ac:spMkLst>
            <pc:docMk/>
            <pc:sldMk cId="0" sldId="279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007" v="430"/>
          <ac:spMkLst>
            <pc:docMk/>
            <pc:sldMk cId="0" sldId="279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057" v="431"/>
          <ac:spMkLst>
            <pc:docMk/>
            <pc:sldMk cId="0" sldId="279"/>
            <ac:spMk id="3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074" v="432"/>
          <ac:spMkLst>
            <pc:docMk/>
            <pc:sldMk cId="0" sldId="279"/>
            <ac:spMk id="3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123" v="433"/>
          <ac:spMkLst>
            <pc:docMk/>
            <pc:sldMk cId="0" sldId="279"/>
            <ac:spMk id="38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5.697" v="1818"/>
        <pc:sldMkLst>
          <pc:docMk/>
          <pc:sldMk cId="0" sldId="280"/>
        </pc:sldMkLst>
        <pc:spChg chg="mod">
          <ac:chgData name="RIFAT AL MAMUN RUDRO" userId="24b27b9a-aab3-4351-8aca-a88306e0f932" providerId="ADAL" clId="{DB9BBBDC-F455-4572-BF35-B25E0968203C}" dt="2026-10-05T04:08:49.130" v="435"/>
          <ac:spMkLst>
            <pc:docMk/>
            <pc:sldMk cId="0" sldId="280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143" v="436"/>
          <ac:spMkLst>
            <pc:docMk/>
            <pc:sldMk cId="0" sldId="280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168" v="437"/>
          <ac:spMkLst>
            <pc:docMk/>
            <pc:sldMk cId="0" sldId="280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175" v="438"/>
          <ac:spMkLst>
            <pc:docMk/>
            <pc:sldMk cId="0" sldId="280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192" v="439"/>
          <ac:spMkLst>
            <pc:docMk/>
            <pc:sldMk cId="0" sldId="280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241" v="449"/>
          <ac:spMkLst>
            <pc:docMk/>
            <pc:sldMk cId="0" sldId="280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268" v="450"/>
          <ac:spMkLst>
            <pc:docMk/>
            <pc:sldMk cId="0" sldId="280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274" v="451"/>
          <ac:spMkLst>
            <pc:docMk/>
            <pc:sldMk cId="0" sldId="280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290" v="452"/>
          <ac:spMkLst>
            <pc:docMk/>
            <pc:sldMk cId="0" sldId="280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307" v="453"/>
          <ac:spMkLst>
            <pc:docMk/>
            <pc:sldMk cId="0" sldId="280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307" v="454"/>
          <ac:spMkLst>
            <pc:docMk/>
            <pc:sldMk cId="0" sldId="280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344" v="455"/>
          <ac:spMkLst>
            <pc:docMk/>
            <pc:sldMk cId="0" sldId="280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346" v="456"/>
          <ac:spMkLst>
            <pc:docMk/>
            <pc:sldMk cId="0" sldId="280"/>
            <ac:spMk id="3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377" v="457"/>
          <ac:spMkLst>
            <pc:docMk/>
            <pc:sldMk cId="0" sldId="280"/>
            <ac:spMk id="3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394" v="458"/>
          <ac:spMkLst>
            <pc:docMk/>
            <pc:sldMk cId="0" sldId="280"/>
            <ac:spMk id="3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505" v="459"/>
          <ac:spMkLst>
            <pc:docMk/>
            <pc:sldMk cId="0" sldId="280"/>
            <ac:spMk id="3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526" v="460"/>
          <ac:spMkLst>
            <pc:docMk/>
            <pc:sldMk cId="0" sldId="280"/>
            <ac:spMk id="4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613" v="461"/>
          <ac:spMkLst>
            <pc:docMk/>
            <pc:sldMk cId="0" sldId="280"/>
            <ac:spMk id="43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5.839" v="1820"/>
        <pc:sldMkLst>
          <pc:docMk/>
          <pc:sldMk cId="0" sldId="281"/>
        </pc:sldMkLst>
        <pc:spChg chg="mod">
          <ac:chgData name="RIFAT AL MAMUN RUDRO" userId="24b27b9a-aab3-4351-8aca-a88306e0f932" providerId="ADAL" clId="{DB9BBBDC-F455-4572-BF35-B25E0968203C}" dt="2026-10-05T04:08:49.660" v="463"/>
          <ac:spMkLst>
            <pc:docMk/>
            <pc:sldMk cId="0" sldId="281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681" v="464"/>
          <ac:spMkLst>
            <pc:docMk/>
            <pc:sldMk cId="0" sldId="281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721" v="465"/>
          <ac:spMkLst>
            <pc:docMk/>
            <pc:sldMk cId="0" sldId="281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743" v="466"/>
          <ac:spMkLst>
            <pc:docMk/>
            <pc:sldMk cId="0" sldId="281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759" v="467"/>
          <ac:spMkLst>
            <pc:docMk/>
            <pc:sldMk cId="0" sldId="281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824" v="471"/>
          <ac:spMkLst>
            <pc:docMk/>
            <pc:sldMk cId="0" sldId="281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859" v="472"/>
          <ac:spMkLst>
            <pc:docMk/>
            <pc:sldMk cId="0" sldId="281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890" v="473"/>
          <ac:spMkLst>
            <pc:docMk/>
            <pc:sldMk cId="0" sldId="281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909" v="474"/>
          <ac:spMkLst>
            <pc:docMk/>
            <pc:sldMk cId="0" sldId="281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941" v="475"/>
          <ac:spMkLst>
            <pc:docMk/>
            <pc:sldMk cId="0" sldId="281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49.960" v="476"/>
          <ac:spMkLst>
            <pc:docMk/>
            <pc:sldMk cId="0" sldId="281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0.014" v="480"/>
          <ac:spMkLst>
            <pc:docMk/>
            <pc:sldMk cId="0" sldId="281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0.039" v="481"/>
          <ac:spMkLst>
            <pc:docMk/>
            <pc:sldMk cId="0" sldId="281"/>
            <ac:spMk id="3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0.059" v="482"/>
          <ac:spMkLst>
            <pc:docMk/>
            <pc:sldMk cId="0" sldId="281"/>
            <ac:spMk id="3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0.072" v="483"/>
          <ac:spMkLst>
            <pc:docMk/>
            <pc:sldMk cId="0" sldId="281"/>
            <ac:spMk id="3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0.088" v="484"/>
          <ac:spMkLst>
            <pc:docMk/>
            <pc:sldMk cId="0" sldId="281"/>
            <ac:spMk id="4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0.126" v="485"/>
          <ac:spMkLst>
            <pc:docMk/>
            <pc:sldMk cId="0" sldId="281"/>
            <ac:spMk id="41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5.972" v="1822"/>
        <pc:sldMkLst>
          <pc:docMk/>
          <pc:sldMk cId="0" sldId="282"/>
        </pc:sldMkLst>
        <pc:spChg chg="mod">
          <ac:chgData name="RIFAT AL MAMUN RUDRO" userId="24b27b9a-aab3-4351-8aca-a88306e0f932" providerId="ADAL" clId="{DB9BBBDC-F455-4572-BF35-B25E0968203C}" dt="2026-10-05T04:08:57.958" v="487"/>
          <ac:spMkLst>
            <pc:docMk/>
            <pc:sldMk cId="0" sldId="282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7.981" v="488"/>
          <ac:spMkLst>
            <pc:docMk/>
            <pc:sldMk cId="0" sldId="282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7.996" v="489"/>
          <ac:spMkLst>
            <pc:docMk/>
            <pc:sldMk cId="0" sldId="282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8.007" v="490"/>
          <ac:spMkLst>
            <pc:docMk/>
            <pc:sldMk cId="0" sldId="282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8.031" v="491"/>
          <ac:spMkLst>
            <pc:docMk/>
            <pc:sldMk cId="0" sldId="282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8.381" v="499"/>
          <ac:spMkLst>
            <pc:docMk/>
            <pc:sldMk cId="0" sldId="282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8.505" v="500"/>
          <ac:spMkLst>
            <pc:docMk/>
            <pc:sldMk cId="0" sldId="282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8.531" v="501"/>
          <ac:spMkLst>
            <pc:docMk/>
            <pc:sldMk cId="0" sldId="282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8.558" v="502"/>
          <ac:spMkLst>
            <pc:docMk/>
            <pc:sldMk cId="0" sldId="282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8.582" v="503"/>
          <ac:spMkLst>
            <pc:docMk/>
            <pc:sldMk cId="0" sldId="282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8.605" v="504"/>
          <ac:spMkLst>
            <pc:docMk/>
            <pc:sldMk cId="0" sldId="282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8.622" v="505"/>
          <ac:spMkLst>
            <pc:docMk/>
            <pc:sldMk cId="0" sldId="282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8.631" v="506"/>
          <ac:spMkLst>
            <pc:docMk/>
            <pc:sldMk cId="0" sldId="282"/>
            <ac:spMk id="2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8.651" v="507"/>
          <ac:spMkLst>
            <pc:docMk/>
            <pc:sldMk cId="0" sldId="282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8.691" v="508"/>
          <ac:spMkLst>
            <pc:docMk/>
            <pc:sldMk cId="0" sldId="282"/>
            <ac:spMk id="31" creationId="{00000000-0000-0000-0000-000000000000}"/>
          </ac:spMkLst>
        </pc:spChg>
      </pc:sldChg>
      <pc:sldChg chg="modSp mod setBg modClrScheme chgLayout">
        <pc:chgData name="RIFAT AL MAMUN RUDRO" userId="24b27b9a-aab3-4351-8aca-a88306e0f932" providerId="ADAL" clId="{DB9BBBDC-F455-4572-BF35-B25E0968203C}" dt="2026-10-05T04:09:50.195" v="1193"/>
        <pc:sldMkLst>
          <pc:docMk/>
          <pc:sldMk cId="0" sldId="283"/>
        </pc:sldMkLst>
        <pc:spChg chg="mod">
          <ac:chgData name="RIFAT AL MAMUN RUDRO" userId="24b27b9a-aab3-4351-8aca-a88306e0f932" providerId="ADAL" clId="{DB9BBBDC-F455-4572-BF35-B25E0968203C}" dt="2026-10-05T04:08:58.823" v="510"/>
          <ac:spMkLst>
            <pc:docMk/>
            <pc:sldMk cId="0" sldId="283"/>
            <ac:spMk id="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159" v="1131"/>
          <ac:spMkLst>
            <pc:docMk/>
            <pc:sldMk cId="0" sldId="283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173" v="1179"/>
          <ac:spMkLst>
            <pc:docMk/>
            <pc:sldMk cId="0" sldId="283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190" v="1181"/>
          <ac:spMkLst>
            <pc:docMk/>
            <pc:sldMk cId="0" sldId="283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195" v="1193"/>
          <ac:spMkLst>
            <pc:docMk/>
            <pc:sldMk cId="0" sldId="283"/>
            <ac:spMk id="8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6.176" v="1824"/>
        <pc:sldMkLst>
          <pc:docMk/>
          <pc:sldMk cId="0" sldId="284"/>
        </pc:sldMkLst>
        <pc:spChg chg="mod">
          <ac:chgData name="RIFAT AL MAMUN RUDRO" userId="24b27b9a-aab3-4351-8aca-a88306e0f932" providerId="ADAL" clId="{DB9BBBDC-F455-4572-BF35-B25E0968203C}" dt="2026-10-05T04:08:58.890" v="516"/>
          <ac:spMkLst>
            <pc:docMk/>
            <pc:sldMk cId="0" sldId="284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8.907" v="517"/>
          <ac:spMkLst>
            <pc:docMk/>
            <pc:sldMk cId="0" sldId="284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8.925" v="518"/>
          <ac:spMkLst>
            <pc:docMk/>
            <pc:sldMk cId="0" sldId="284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8.925" v="519"/>
          <ac:spMkLst>
            <pc:docMk/>
            <pc:sldMk cId="0" sldId="284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8.957" v="520"/>
          <ac:spMkLst>
            <pc:docMk/>
            <pc:sldMk cId="0" sldId="284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8.963" v="521"/>
          <ac:spMkLst>
            <pc:docMk/>
            <pc:sldMk cId="0" sldId="284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8.974" v="522"/>
          <ac:spMkLst>
            <pc:docMk/>
            <pc:sldMk cId="0" sldId="284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8.991" v="524"/>
          <ac:spMkLst>
            <pc:docMk/>
            <pc:sldMk cId="0" sldId="284"/>
            <ac:spMk id="13" creationId="{00000000-0000-0000-0000-000000000000}"/>
          </ac:spMkLst>
        </pc:spChg>
        <pc:graphicFrameChg chg="modGraphic">
          <ac:chgData name="RIFAT AL MAMUN RUDRO" userId="24b27b9a-aab3-4351-8aca-a88306e0f932" providerId="ADAL" clId="{DB9BBBDC-F455-4572-BF35-B25E0968203C}" dt="2026-10-05T04:09:33.342" v="747"/>
          <ac:graphicFrameMkLst>
            <pc:docMk/>
            <pc:sldMk cId="0" sldId="284"/>
            <ac:graphicFrameMk id="30" creationId="{00000000-0000-0000-0000-000000000000}"/>
          </ac:graphicFrameMkLst>
        </pc:graphicFrameChg>
        <pc:graphicFrameChg chg="modGraphic">
          <ac:chgData name="RIFAT AL MAMUN RUDRO" userId="24b27b9a-aab3-4351-8aca-a88306e0f932" providerId="ADAL" clId="{DB9BBBDC-F455-4572-BF35-B25E0968203C}" dt="2026-10-05T04:09:33.348" v="750"/>
          <ac:graphicFrameMkLst>
            <pc:docMk/>
            <pc:sldMk cId="0" sldId="284"/>
            <ac:graphicFrameMk id="59" creationId="{00000000-0000-0000-0000-000000000000}"/>
          </ac:graphicFrameMkLst>
        </pc:graphicFrameChg>
      </pc:sldChg>
      <pc:sldChg chg="modSp del mod setBg modClrScheme chgLayout">
        <pc:chgData name="RIFAT AL MAMUN RUDRO" userId="24b27b9a-aab3-4351-8aca-a88306e0f932" providerId="ADAL" clId="{DB9BBBDC-F455-4572-BF35-B25E0968203C}" dt="2026-10-05T08:38:16.321" v="1826"/>
        <pc:sldMkLst>
          <pc:docMk/>
          <pc:sldMk cId="0" sldId="285"/>
        </pc:sldMkLst>
        <pc:spChg chg="mod">
          <ac:chgData name="RIFAT AL MAMUN RUDRO" userId="24b27b9a-aab3-4351-8aca-a88306e0f932" providerId="ADAL" clId="{DB9BBBDC-F455-4572-BF35-B25E0968203C}" dt="2026-10-05T04:08:59.007" v="526"/>
          <ac:spMkLst>
            <pc:docMk/>
            <pc:sldMk cId="0" sldId="285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023" v="527"/>
          <ac:spMkLst>
            <pc:docMk/>
            <pc:sldMk cId="0" sldId="285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023" v="528"/>
          <ac:spMkLst>
            <pc:docMk/>
            <pc:sldMk cId="0" sldId="285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041" v="529"/>
          <ac:spMkLst>
            <pc:docMk/>
            <pc:sldMk cId="0" sldId="285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060" v="530"/>
          <ac:spMkLst>
            <pc:docMk/>
            <pc:sldMk cId="0" sldId="285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072" v="531"/>
          <ac:spMkLst>
            <pc:docMk/>
            <pc:sldMk cId="0" sldId="285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081" v="532"/>
          <ac:spMkLst>
            <pc:docMk/>
            <pc:sldMk cId="0" sldId="285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101" v="533"/>
          <ac:spMkLst>
            <pc:docMk/>
            <pc:sldMk cId="0" sldId="285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131" v="534"/>
          <ac:spMkLst>
            <pc:docMk/>
            <pc:sldMk cId="0" sldId="285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157" v="535"/>
          <ac:spMkLst>
            <pc:docMk/>
            <pc:sldMk cId="0" sldId="285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325" v="536"/>
          <ac:spMkLst>
            <pc:docMk/>
            <pc:sldMk cId="0" sldId="285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340" v="537"/>
          <ac:spMkLst>
            <pc:docMk/>
            <pc:sldMk cId="0" sldId="285"/>
            <ac:spMk id="24" creationId="{00000000-0000-0000-0000-000000000000}"/>
          </ac:spMkLst>
        </pc:spChg>
        <pc:graphicFrameChg chg="modGraphic">
          <ac:chgData name="RIFAT AL MAMUN RUDRO" userId="24b27b9a-aab3-4351-8aca-a88306e0f932" providerId="ADAL" clId="{DB9BBBDC-F455-4572-BF35-B25E0968203C}" dt="2026-10-05T04:09:33.357" v="761"/>
          <ac:graphicFrameMkLst>
            <pc:docMk/>
            <pc:sldMk cId="0" sldId="285"/>
            <ac:graphicFrameMk id="31" creationId="{00000000-0000-0000-0000-000000000000}"/>
          </ac:graphicFrameMkLst>
        </pc:graphicFrameChg>
        <pc:graphicFrameChg chg="modGraphic">
          <ac:chgData name="RIFAT AL MAMUN RUDRO" userId="24b27b9a-aab3-4351-8aca-a88306e0f932" providerId="ADAL" clId="{DB9BBBDC-F455-4572-BF35-B25E0968203C}" dt="2026-10-05T04:09:33.359" v="766"/>
          <ac:graphicFrameMkLst>
            <pc:docMk/>
            <pc:sldMk cId="0" sldId="285"/>
            <ac:graphicFrameMk id="61" creationId="{00000000-0000-0000-0000-000000000000}"/>
          </ac:graphicFrameMkLst>
        </pc:graphicFrameChg>
      </pc:sldChg>
      <pc:sldChg chg="modSp del mod setBg modClrScheme chgLayout">
        <pc:chgData name="RIFAT AL MAMUN RUDRO" userId="24b27b9a-aab3-4351-8aca-a88306e0f932" providerId="ADAL" clId="{DB9BBBDC-F455-4572-BF35-B25E0968203C}" dt="2026-10-05T08:38:16.437" v="1828"/>
        <pc:sldMkLst>
          <pc:docMk/>
          <pc:sldMk cId="0" sldId="286"/>
        </pc:sldMkLst>
        <pc:spChg chg="mod">
          <ac:chgData name="RIFAT AL MAMUN RUDRO" userId="24b27b9a-aab3-4351-8aca-a88306e0f932" providerId="ADAL" clId="{DB9BBBDC-F455-4572-BF35-B25E0968203C}" dt="2026-10-05T04:08:59.375" v="539"/>
          <ac:spMkLst>
            <pc:docMk/>
            <pc:sldMk cId="0" sldId="286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390" v="540"/>
          <ac:spMkLst>
            <pc:docMk/>
            <pc:sldMk cId="0" sldId="286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411" v="541"/>
          <ac:spMkLst>
            <pc:docMk/>
            <pc:sldMk cId="0" sldId="286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431" v="542"/>
          <ac:spMkLst>
            <pc:docMk/>
            <pc:sldMk cId="0" sldId="286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452" v="543"/>
          <ac:spMkLst>
            <pc:docMk/>
            <pc:sldMk cId="0" sldId="286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491" v="548"/>
          <ac:spMkLst>
            <pc:docMk/>
            <pc:sldMk cId="0" sldId="286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504" v="549"/>
          <ac:spMkLst>
            <pc:docMk/>
            <pc:sldMk cId="0" sldId="286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572" v="550"/>
          <ac:spMkLst>
            <pc:docMk/>
            <pc:sldMk cId="0" sldId="286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593" v="551"/>
          <ac:spMkLst>
            <pc:docMk/>
            <pc:sldMk cId="0" sldId="286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627" v="552"/>
          <ac:spMkLst>
            <pc:docMk/>
            <pc:sldMk cId="0" sldId="286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649" v="553"/>
          <ac:spMkLst>
            <pc:docMk/>
            <pc:sldMk cId="0" sldId="286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839" v="554"/>
          <ac:spMkLst>
            <pc:docMk/>
            <pc:sldMk cId="0" sldId="286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874" v="555"/>
          <ac:spMkLst>
            <pc:docMk/>
            <pc:sldMk cId="0" sldId="286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897" v="556"/>
          <ac:spMkLst>
            <pc:docMk/>
            <pc:sldMk cId="0" sldId="286"/>
            <ac:spMk id="3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917" v="557"/>
          <ac:spMkLst>
            <pc:docMk/>
            <pc:sldMk cId="0" sldId="286"/>
            <ac:spMk id="3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942" v="558"/>
          <ac:spMkLst>
            <pc:docMk/>
            <pc:sldMk cId="0" sldId="286"/>
            <ac:spMk id="37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6.586" v="1830"/>
        <pc:sldMkLst>
          <pc:docMk/>
          <pc:sldMk cId="0" sldId="287"/>
        </pc:sldMkLst>
        <pc:spChg chg="mod">
          <ac:chgData name="RIFAT AL MAMUN RUDRO" userId="24b27b9a-aab3-4351-8aca-a88306e0f932" providerId="ADAL" clId="{DB9BBBDC-F455-4572-BF35-B25E0968203C}" dt="2026-10-05T04:08:59.967" v="560"/>
          <ac:spMkLst>
            <pc:docMk/>
            <pc:sldMk cId="0" sldId="287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8:59.991" v="561"/>
          <ac:spMkLst>
            <pc:docMk/>
            <pc:sldMk cId="0" sldId="287"/>
            <ac:spMk id="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004" v="562"/>
          <ac:spMkLst>
            <pc:docMk/>
            <pc:sldMk cId="0" sldId="287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025" v="563"/>
          <ac:spMkLst>
            <pc:docMk/>
            <pc:sldMk cId="0" sldId="287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068" v="564"/>
          <ac:spMkLst>
            <pc:docMk/>
            <pc:sldMk cId="0" sldId="287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089" v="565"/>
          <ac:spMkLst>
            <pc:docMk/>
            <pc:sldMk cId="0" sldId="287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103" v="566"/>
          <ac:spMkLst>
            <pc:docMk/>
            <pc:sldMk cId="0" sldId="287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126" v="567"/>
          <ac:spMkLst>
            <pc:docMk/>
            <pc:sldMk cId="0" sldId="287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195" v="568"/>
          <ac:spMkLst>
            <pc:docMk/>
            <pc:sldMk cId="0" sldId="287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262" v="569"/>
          <ac:spMkLst>
            <pc:docMk/>
            <pc:sldMk cId="0" sldId="287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266" v="570"/>
          <ac:spMkLst>
            <pc:docMk/>
            <pc:sldMk cId="0" sldId="287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274" v="571"/>
          <ac:spMkLst>
            <pc:docMk/>
            <pc:sldMk cId="0" sldId="287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290" v="572"/>
          <ac:spMkLst>
            <pc:docMk/>
            <pc:sldMk cId="0" sldId="287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293" v="573"/>
          <ac:spMkLst>
            <pc:docMk/>
            <pc:sldMk cId="0" sldId="287"/>
            <ac:spMk id="18" creationId="{00000000-0000-0000-0000-000000000000}"/>
          </ac:spMkLst>
        </pc:spChg>
      </pc:sldChg>
      <pc:sldChg chg="modSp mod setBg modClrScheme chgLayout">
        <pc:chgData name="RIFAT AL MAMUN RUDRO" userId="24b27b9a-aab3-4351-8aca-a88306e0f932" providerId="ADAL" clId="{DB9BBBDC-F455-4572-BF35-B25E0968203C}" dt="2026-10-05T11:05:55.005" v="1843" actId="14100"/>
        <pc:sldMkLst>
          <pc:docMk/>
          <pc:sldMk cId="0" sldId="288"/>
        </pc:sldMkLst>
        <pc:spChg chg="mod">
          <ac:chgData name="RIFAT AL MAMUN RUDRO" userId="24b27b9a-aab3-4351-8aca-a88306e0f932" providerId="ADAL" clId="{DB9BBBDC-F455-4572-BF35-B25E0968203C}" dt="2026-10-05T04:09:00.307" v="575"/>
          <ac:spMkLst>
            <pc:docMk/>
            <pc:sldMk cId="0" sldId="288"/>
            <ac:spMk id="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11:05:55.005" v="1843" actId="14100"/>
          <ac:spMkLst>
            <pc:docMk/>
            <pc:sldMk cId="0" sldId="288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258" v="1281"/>
          <ac:spMkLst>
            <pc:docMk/>
            <pc:sldMk cId="0" sldId="288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258" v="1283"/>
          <ac:spMkLst>
            <pc:docMk/>
            <pc:sldMk cId="0" sldId="288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276" v="1295"/>
          <ac:spMkLst>
            <pc:docMk/>
            <pc:sldMk cId="0" sldId="288"/>
            <ac:spMk id="8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6.790" v="1832"/>
        <pc:sldMkLst>
          <pc:docMk/>
          <pc:sldMk cId="0" sldId="289"/>
        </pc:sldMkLst>
        <pc:spChg chg="mod">
          <ac:chgData name="RIFAT AL MAMUN RUDRO" userId="24b27b9a-aab3-4351-8aca-a88306e0f932" providerId="ADAL" clId="{DB9BBBDC-F455-4572-BF35-B25E0968203C}" dt="2026-10-05T04:09:00.407" v="581"/>
          <ac:spMkLst>
            <pc:docMk/>
            <pc:sldMk cId="0" sldId="289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422" v="582"/>
          <ac:spMkLst>
            <pc:docMk/>
            <pc:sldMk cId="0" sldId="289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424" v="583"/>
          <ac:spMkLst>
            <pc:docMk/>
            <pc:sldMk cId="0" sldId="289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441" v="584"/>
          <ac:spMkLst>
            <pc:docMk/>
            <pc:sldMk cId="0" sldId="289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458" v="585"/>
          <ac:spMkLst>
            <pc:docMk/>
            <pc:sldMk cId="0" sldId="289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500" v="586"/>
          <ac:spMkLst>
            <pc:docMk/>
            <pc:sldMk cId="0" sldId="289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558" v="591"/>
          <ac:spMkLst>
            <pc:docMk/>
            <pc:sldMk cId="0" sldId="289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607" v="592"/>
          <ac:spMkLst>
            <pc:docMk/>
            <pc:sldMk cId="0" sldId="289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640" v="593"/>
          <ac:spMkLst>
            <pc:docMk/>
            <pc:sldMk cId="0" sldId="289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711" v="594"/>
          <ac:spMkLst>
            <pc:docMk/>
            <pc:sldMk cId="0" sldId="289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741" v="595"/>
          <ac:spMkLst>
            <pc:docMk/>
            <pc:sldMk cId="0" sldId="289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755" v="596"/>
          <ac:spMkLst>
            <pc:docMk/>
            <pc:sldMk cId="0" sldId="289"/>
            <ac:spMk id="2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775" v="597"/>
          <ac:spMkLst>
            <pc:docMk/>
            <pc:sldMk cId="0" sldId="289"/>
            <ac:spMk id="32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6.924" v="1834"/>
        <pc:sldMkLst>
          <pc:docMk/>
          <pc:sldMk cId="0" sldId="290"/>
        </pc:sldMkLst>
        <pc:spChg chg="mod">
          <ac:chgData name="RIFAT AL MAMUN RUDRO" userId="24b27b9a-aab3-4351-8aca-a88306e0f932" providerId="ADAL" clId="{DB9BBBDC-F455-4572-BF35-B25E0968203C}" dt="2026-10-05T04:09:00.790" v="599"/>
          <ac:spMkLst>
            <pc:docMk/>
            <pc:sldMk cId="0" sldId="290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801" v="600"/>
          <ac:spMkLst>
            <pc:docMk/>
            <pc:sldMk cId="0" sldId="290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807" v="601"/>
          <ac:spMkLst>
            <pc:docMk/>
            <pc:sldMk cId="0" sldId="290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826" v="602"/>
          <ac:spMkLst>
            <pc:docMk/>
            <pc:sldMk cId="0" sldId="290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841" v="603"/>
          <ac:spMkLst>
            <pc:docMk/>
            <pc:sldMk cId="0" sldId="290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875" v="604"/>
          <ac:spMkLst>
            <pc:docMk/>
            <pc:sldMk cId="0" sldId="290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939" v="613"/>
          <ac:spMkLst>
            <pc:docMk/>
            <pc:sldMk cId="0" sldId="290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972" v="614"/>
          <ac:spMkLst>
            <pc:docMk/>
            <pc:sldMk cId="0" sldId="290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0.974" v="615"/>
          <ac:spMkLst>
            <pc:docMk/>
            <pc:sldMk cId="0" sldId="290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008" v="616"/>
          <ac:spMkLst>
            <pc:docMk/>
            <pc:sldMk cId="0" sldId="290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008" v="617"/>
          <ac:spMkLst>
            <pc:docMk/>
            <pc:sldMk cId="0" sldId="290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024" v="618"/>
          <ac:spMkLst>
            <pc:docMk/>
            <pc:sldMk cId="0" sldId="290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040" v="619"/>
          <ac:spMkLst>
            <pc:docMk/>
            <pc:sldMk cId="0" sldId="290"/>
            <ac:spMk id="2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057" v="620"/>
          <ac:spMkLst>
            <pc:docMk/>
            <pc:sldMk cId="0" sldId="290"/>
            <ac:spMk id="3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073" v="621"/>
          <ac:spMkLst>
            <pc:docMk/>
            <pc:sldMk cId="0" sldId="290"/>
            <ac:spMk id="3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090" v="622"/>
          <ac:spMkLst>
            <pc:docMk/>
            <pc:sldMk cId="0" sldId="290"/>
            <ac:spMk id="3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110" v="623"/>
          <ac:spMkLst>
            <pc:docMk/>
            <pc:sldMk cId="0" sldId="290"/>
            <ac:spMk id="4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124" v="624"/>
          <ac:spMkLst>
            <pc:docMk/>
            <pc:sldMk cId="0" sldId="290"/>
            <ac:spMk id="42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7.046" v="1836"/>
        <pc:sldMkLst>
          <pc:docMk/>
          <pc:sldMk cId="0" sldId="291"/>
        </pc:sldMkLst>
        <pc:spChg chg="mod">
          <ac:chgData name="RIFAT AL MAMUN RUDRO" userId="24b27b9a-aab3-4351-8aca-a88306e0f932" providerId="ADAL" clId="{DB9BBBDC-F455-4572-BF35-B25E0968203C}" dt="2026-10-05T04:09:01.175" v="626"/>
          <ac:spMkLst>
            <pc:docMk/>
            <pc:sldMk cId="0" sldId="291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192" v="627"/>
          <ac:spMkLst>
            <pc:docMk/>
            <pc:sldMk cId="0" sldId="291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209" v="628"/>
          <ac:spMkLst>
            <pc:docMk/>
            <pc:sldMk cId="0" sldId="291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226" v="629"/>
          <ac:spMkLst>
            <pc:docMk/>
            <pc:sldMk cId="0" sldId="291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241" v="630"/>
          <ac:spMkLst>
            <pc:docMk/>
            <pc:sldMk cId="0" sldId="291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370" v="639"/>
          <ac:spMkLst>
            <pc:docMk/>
            <pc:sldMk cId="0" sldId="291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391" v="643"/>
          <ac:spMkLst>
            <pc:docMk/>
            <pc:sldMk cId="0" sldId="291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407" v="644"/>
          <ac:spMkLst>
            <pc:docMk/>
            <pc:sldMk cId="0" sldId="291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425" v="645"/>
          <ac:spMkLst>
            <pc:docMk/>
            <pc:sldMk cId="0" sldId="291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441" v="646"/>
          <ac:spMkLst>
            <pc:docMk/>
            <pc:sldMk cId="0" sldId="291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457" v="647"/>
          <ac:spMkLst>
            <pc:docMk/>
            <pc:sldMk cId="0" sldId="291"/>
            <ac:spMk id="2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475" v="648"/>
          <ac:spMkLst>
            <pc:docMk/>
            <pc:sldMk cId="0" sldId="291"/>
            <ac:spMk id="3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489" v="649"/>
          <ac:spMkLst>
            <pc:docMk/>
            <pc:sldMk cId="0" sldId="291"/>
            <ac:spMk id="3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505" v="650"/>
          <ac:spMkLst>
            <pc:docMk/>
            <pc:sldMk cId="0" sldId="291"/>
            <ac:spMk id="3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525" v="651"/>
          <ac:spMkLst>
            <pc:docMk/>
            <pc:sldMk cId="0" sldId="291"/>
            <ac:spMk id="35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7.199" v="1838"/>
        <pc:sldMkLst>
          <pc:docMk/>
          <pc:sldMk cId="0" sldId="292"/>
        </pc:sldMkLst>
        <pc:spChg chg="mod">
          <ac:chgData name="RIFAT AL MAMUN RUDRO" userId="24b27b9a-aab3-4351-8aca-a88306e0f932" providerId="ADAL" clId="{DB9BBBDC-F455-4572-BF35-B25E0968203C}" dt="2026-10-05T04:09:01.562" v="653"/>
          <ac:spMkLst>
            <pc:docMk/>
            <pc:sldMk cId="0" sldId="292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581" v="654"/>
          <ac:spMkLst>
            <pc:docMk/>
            <pc:sldMk cId="0" sldId="292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624" v="655"/>
          <ac:spMkLst>
            <pc:docMk/>
            <pc:sldMk cId="0" sldId="292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640" v="656"/>
          <ac:spMkLst>
            <pc:docMk/>
            <pc:sldMk cId="0" sldId="292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663" v="657"/>
          <ac:spMkLst>
            <pc:docMk/>
            <pc:sldMk cId="0" sldId="292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690" v="658"/>
          <ac:spMkLst>
            <pc:docMk/>
            <pc:sldMk cId="0" sldId="292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725" v="660"/>
          <ac:spMkLst>
            <pc:docMk/>
            <pc:sldMk cId="0" sldId="292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783" v="661"/>
          <ac:spMkLst>
            <pc:docMk/>
            <pc:sldMk cId="0" sldId="292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828" v="662"/>
          <ac:spMkLst>
            <pc:docMk/>
            <pc:sldMk cId="0" sldId="292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850" v="666"/>
          <ac:spMkLst>
            <pc:docMk/>
            <pc:sldMk cId="0" sldId="292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858" v="667"/>
          <ac:spMkLst>
            <pc:docMk/>
            <pc:sldMk cId="0" sldId="292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896" v="668"/>
          <ac:spMkLst>
            <pc:docMk/>
            <pc:sldMk cId="0" sldId="292"/>
            <ac:spMk id="2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926" v="672"/>
          <ac:spMkLst>
            <pc:docMk/>
            <pc:sldMk cId="0" sldId="292"/>
            <ac:spMk id="3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936" v="673"/>
          <ac:spMkLst>
            <pc:docMk/>
            <pc:sldMk cId="0" sldId="292"/>
            <ac:spMk id="35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7.304" v="1840"/>
        <pc:sldMkLst>
          <pc:docMk/>
          <pc:sldMk cId="0" sldId="293"/>
        </pc:sldMkLst>
        <pc:spChg chg="mod">
          <ac:chgData name="RIFAT AL MAMUN RUDRO" userId="24b27b9a-aab3-4351-8aca-a88306e0f932" providerId="ADAL" clId="{DB9BBBDC-F455-4572-BF35-B25E0968203C}" dt="2026-10-05T04:09:01.956" v="675"/>
          <ac:spMkLst>
            <pc:docMk/>
            <pc:sldMk cId="0" sldId="293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966" v="676"/>
          <ac:spMkLst>
            <pc:docMk/>
            <pc:sldMk cId="0" sldId="293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980" v="677"/>
          <ac:spMkLst>
            <pc:docMk/>
            <pc:sldMk cId="0" sldId="293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986" v="678"/>
          <ac:spMkLst>
            <pc:docMk/>
            <pc:sldMk cId="0" sldId="293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1.995" v="679"/>
          <ac:spMkLst>
            <pc:docMk/>
            <pc:sldMk cId="0" sldId="293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010" v="680"/>
          <ac:spMkLst>
            <pc:docMk/>
            <pc:sldMk cId="0" sldId="293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029" v="681"/>
          <ac:spMkLst>
            <pc:docMk/>
            <pc:sldMk cId="0" sldId="293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037" v="682"/>
          <ac:spMkLst>
            <pc:docMk/>
            <pc:sldMk cId="0" sldId="293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049" v="683"/>
          <ac:spMkLst>
            <pc:docMk/>
            <pc:sldMk cId="0" sldId="293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062" v="684"/>
          <ac:spMkLst>
            <pc:docMk/>
            <pc:sldMk cId="0" sldId="293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075" v="685"/>
          <ac:spMkLst>
            <pc:docMk/>
            <pc:sldMk cId="0" sldId="293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086" v="686"/>
          <ac:spMkLst>
            <pc:docMk/>
            <pc:sldMk cId="0" sldId="293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100" v="687"/>
          <ac:spMkLst>
            <pc:docMk/>
            <pc:sldMk cId="0" sldId="293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113" v="688"/>
          <ac:spMkLst>
            <pc:docMk/>
            <pc:sldMk cId="0" sldId="293"/>
            <ac:spMk id="25" creationId="{00000000-0000-0000-0000-000000000000}"/>
          </ac:spMkLst>
        </pc:spChg>
      </pc:sldChg>
      <pc:sldChg chg="modSp mod setBg modClrScheme chgLayout">
        <pc:chgData name="RIFAT AL MAMUN RUDRO" userId="24b27b9a-aab3-4351-8aca-a88306e0f932" providerId="ADAL" clId="{DB9BBBDC-F455-4572-BF35-B25E0968203C}" dt="2026-10-05T04:09:50.581" v="1776"/>
        <pc:sldMkLst>
          <pc:docMk/>
          <pc:sldMk cId="0" sldId="294"/>
        </pc:sldMkLst>
        <pc:spChg chg="mod">
          <ac:chgData name="RIFAT AL MAMUN RUDRO" userId="24b27b9a-aab3-4351-8aca-a88306e0f932" providerId="ADAL" clId="{DB9BBBDC-F455-4572-BF35-B25E0968203C}" dt="2026-10-05T04:09:02.130" v="690"/>
          <ac:spMkLst>
            <pc:docMk/>
            <pc:sldMk cId="0" sldId="294"/>
            <ac:spMk id="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322" v="1322"/>
          <ac:spMkLst>
            <pc:docMk/>
            <pc:sldMk cId="0" sldId="294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322" v="1324"/>
          <ac:spMkLst>
            <pc:docMk/>
            <pc:sldMk cId="0" sldId="294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159" v="692"/>
          <ac:spMkLst>
            <pc:docMk/>
            <pc:sldMk cId="0" sldId="294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365" v="1410"/>
          <ac:spMkLst>
            <pc:docMk/>
            <pc:sldMk cId="0" sldId="294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367" v="1412"/>
          <ac:spMkLst>
            <pc:docMk/>
            <pc:sldMk cId="0" sldId="294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184" v="694"/>
          <ac:spMkLst>
            <pc:docMk/>
            <pc:sldMk cId="0" sldId="294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408" v="1488"/>
          <ac:spMkLst>
            <pc:docMk/>
            <pc:sldMk cId="0" sldId="294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408" v="1490"/>
          <ac:spMkLst>
            <pc:docMk/>
            <pc:sldMk cId="0" sldId="294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211" v="696"/>
          <ac:spMkLst>
            <pc:docMk/>
            <pc:sldMk cId="0" sldId="294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441" v="1567"/>
          <ac:spMkLst>
            <pc:docMk/>
            <pc:sldMk cId="0" sldId="294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441" v="1569"/>
          <ac:spMkLst>
            <pc:docMk/>
            <pc:sldMk cId="0" sldId="294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235" v="698"/>
          <ac:spMkLst>
            <pc:docMk/>
            <pc:sldMk cId="0" sldId="294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474" v="1628"/>
          <ac:spMkLst>
            <pc:docMk/>
            <pc:sldMk cId="0" sldId="294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474" v="1630"/>
          <ac:spMkLst>
            <pc:docMk/>
            <pc:sldMk cId="0" sldId="294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258" v="700"/>
          <ac:spMkLst>
            <pc:docMk/>
            <pc:sldMk cId="0" sldId="294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508" v="1691"/>
          <ac:spMkLst>
            <pc:docMk/>
            <pc:sldMk cId="0" sldId="294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508" v="1693"/>
          <ac:spMkLst>
            <pc:docMk/>
            <pc:sldMk cId="0" sldId="294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289" v="702"/>
          <ac:spMkLst>
            <pc:docMk/>
            <pc:sldMk cId="0" sldId="294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570" v="1764"/>
          <ac:spMkLst>
            <pc:docMk/>
            <pc:sldMk cId="0" sldId="294"/>
            <ac:spMk id="2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50.581" v="1776"/>
          <ac:spMkLst>
            <pc:docMk/>
            <pc:sldMk cId="0" sldId="294"/>
            <ac:spMk id="30" creationId="{00000000-0000-0000-0000-000000000000}"/>
          </ac:spMkLst>
        </pc:spChg>
      </pc:sldChg>
      <pc:sldChg chg="modSp del mod setBg modClrScheme chgLayout">
        <pc:chgData name="RIFAT AL MAMUN RUDRO" userId="24b27b9a-aab3-4351-8aca-a88306e0f932" providerId="ADAL" clId="{DB9BBBDC-F455-4572-BF35-B25E0968203C}" dt="2026-10-05T08:38:17.506" v="1842"/>
        <pc:sldMkLst>
          <pc:docMk/>
          <pc:sldMk cId="0" sldId="295"/>
        </pc:sldMkLst>
        <pc:spChg chg="mod">
          <ac:chgData name="RIFAT AL MAMUN RUDRO" userId="24b27b9a-aab3-4351-8aca-a88306e0f932" providerId="ADAL" clId="{DB9BBBDC-F455-4572-BF35-B25E0968203C}" dt="2026-10-05T04:09:02.370" v="706"/>
          <ac:spMkLst>
            <pc:docMk/>
            <pc:sldMk cId="0" sldId="295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378" v="707"/>
          <ac:spMkLst>
            <pc:docMk/>
            <pc:sldMk cId="0" sldId="295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396" v="708"/>
          <ac:spMkLst>
            <pc:docMk/>
            <pc:sldMk cId="0" sldId="295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408" v="709"/>
          <ac:spMkLst>
            <pc:docMk/>
            <pc:sldMk cId="0" sldId="295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427" v="710"/>
          <ac:spMkLst>
            <pc:docMk/>
            <pc:sldMk cId="0" sldId="295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441" v="711"/>
          <ac:spMkLst>
            <pc:docMk/>
            <pc:sldMk cId="0" sldId="295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474" v="712"/>
          <ac:spMkLst>
            <pc:docMk/>
            <pc:sldMk cId="0" sldId="295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501" v="713"/>
          <ac:spMkLst>
            <pc:docMk/>
            <pc:sldMk cId="0" sldId="295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507" v="714"/>
          <ac:spMkLst>
            <pc:docMk/>
            <pc:sldMk cId="0" sldId="295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531" v="715"/>
          <ac:spMkLst>
            <pc:docMk/>
            <pc:sldMk cId="0" sldId="295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557" v="716"/>
          <ac:spMkLst>
            <pc:docMk/>
            <pc:sldMk cId="0" sldId="295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5T04:09:02.575" v="717"/>
          <ac:spMkLst>
            <pc:docMk/>
            <pc:sldMk cId="0" sldId="295"/>
            <ac:spMk id="17" creationId="{00000000-0000-0000-0000-000000000000}"/>
          </ac:spMkLst>
        </pc:spChg>
      </pc:sldChg>
      <pc:sldChg chg="add del">
        <pc:chgData name="RIFAT AL MAMUN RUDRO" userId="24b27b9a-aab3-4351-8aca-a88306e0f932" providerId="ADAL" clId="{DB9BBBDC-F455-4572-BF35-B25E0968203C}" dt="2026-10-05T04:06:40.643" v="44"/>
        <pc:sldMkLst>
          <pc:docMk/>
          <pc:sldMk cId="247194345" sldId="296"/>
        </pc:sldMkLst>
      </pc:sldChg>
      <pc:sldChg chg="add del">
        <pc:chgData name="RIFAT AL MAMUN RUDRO" userId="24b27b9a-aab3-4351-8aca-a88306e0f932" providerId="ADAL" clId="{DB9BBBDC-F455-4572-BF35-B25E0968203C}" dt="2026-10-05T04:07:19.364" v="46"/>
        <pc:sldMkLst>
          <pc:docMk/>
          <pc:sldMk cId="563133420" sldId="297"/>
        </pc:sldMkLst>
      </pc:sldChg>
      <pc:sldChg chg="new del">
        <pc:chgData name="RIFAT AL MAMUN RUDRO" userId="24b27b9a-aab3-4351-8aca-a88306e0f932" providerId="ADAL" clId="{DB9BBBDC-F455-4572-BF35-B25E0968203C}" dt="2026-10-05T04:06:19.580" v="42"/>
        <pc:sldMkLst>
          <pc:docMk/>
          <pc:sldMk cId="2918810125" sldId="297"/>
        </pc:sldMkLst>
      </pc:sldChg>
      <pc:sldChg chg="add del">
        <pc:chgData name="RIFAT AL MAMUN RUDRO" userId="24b27b9a-aab3-4351-8aca-a88306e0f932" providerId="ADAL" clId="{DB9BBBDC-F455-4572-BF35-B25E0968203C}" dt="2026-10-05T08:38:12.323" v="1778"/>
        <pc:sldMkLst>
          <pc:docMk/>
          <pc:sldMk cId="310239492" sldId="298"/>
        </pc:sldMkLst>
      </pc:sldChg>
      <pc:sldChg chg="add">
        <pc:chgData name="RIFAT AL MAMUN RUDRO" userId="24b27b9a-aab3-4351-8aca-a88306e0f932" providerId="ADAL" clId="{DB9BBBDC-F455-4572-BF35-B25E0968203C}" dt="2026-10-05T08:38:12.278" v="1777"/>
        <pc:sldMkLst>
          <pc:docMk/>
          <pc:sldMk cId="1033444956" sldId="299"/>
        </pc:sldMkLst>
      </pc:sldChg>
      <pc:sldChg chg="add">
        <pc:chgData name="RIFAT AL MAMUN RUDRO" userId="24b27b9a-aab3-4351-8aca-a88306e0f932" providerId="ADAL" clId="{DB9BBBDC-F455-4572-BF35-B25E0968203C}" dt="2026-10-05T08:38:12.545" v="1779"/>
        <pc:sldMkLst>
          <pc:docMk/>
          <pc:sldMk cId="144370515" sldId="300"/>
        </pc:sldMkLst>
      </pc:sldChg>
      <pc:sldChg chg="add">
        <pc:chgData name="RIFAT AL MAMUN RUDRO" userId="24b27b9a-aab3-4351-8aca-a88306e0f932" providerId="ADAL" clId="{DB9BBBDC-F455-4572-BF35-B25E0968203C}" dt="2026-10-05T08:38:12.829" v="1781"/>
        <pc:sldMkLst>
          <pc:docMk/>
          <pc:sldMk cId="2044144390" sldId="301"/>
        </pc:sldMkLst>
      </pc:sldChg>
      <pc:sldChg chg="add">
        <pc:chgData name="RIFAT AL MAMUN RUDRO" userId="24b27b9a-aab3-4351-8aca-a88306e0f932" providerId="ADAL" clId="{DB9BBBDC-F455-4572-BF35-B25E0968203C}" dt="2026-10-05T08:38:13.012" v="1783"/>
        <pc:sldMkLst>
          <pc:docMk/>
          <pc:sldMk cId="1713056807" sldId="302"/>
        </pc:sldMkLst>
      </pc:sldChg>
      <pc:sldChg chg="add">
        <pc:chgData name="RIFAT AL MAMUN RUDRO" userId="24b27b9a-aab3-4351-8aca-a88306e0f932" providerId="ADAL" clId="{DB9BBBDC-F455-4572-BF35-B25E0968203C}" dt="2026-10-05T08:38:13.229" v="1785"/>
        <pc:sldMkLst>
          <pc:docMk/>
          <pc:sldMk cId="913970913" sldId="303"/>
        </pc:sldMkLst>
      </pc:sldChg>
      <pc:sldChg chg="add">
        <pc:chgData name="RIFAT AL MAMUN RUDRO" userId="24b27b9a-aab3-4351-8aca-a88306e0f932" providerId="ADAL" clId="{DB9BBBDC-F455-4572-BF35-B25E0968203C}" dt="2026-10-05T08:38:13.371" v="1787"/>
        <pc:sldMkLst>
          <pc:docMk/>
          <pc:sldMk cId="799769778" sldId="304"/>
        </pc:sldMkLst>
      </pc:sldChg>
      <pc:sldChg chg="add">
        <pc:chgData name="RIFAT AL MAMUN RUDRO" userId="24b27b9a-aab3-4351-8aca-a88306e0f932" providerId="ADAL" clId="{DB9BBBDC-F455-4572-BF35-B25E0968203C}" dt="2026-10-05T08:38:13.476" v="1789"/>
        <pc:sldMkLst>
          <pc:docMk/>
          <pc:sldMk cId="489012979" sldId="305"/>
        </pc:sldMkLst>
      </pc:sldChg>
      <pc:sldChg chg="add">
        <pc:chgData name="RIFAT AL MAMUN RUDRO" userId="24b27b9a-aab3-4351-8aca-a88306e0f932" providerId="ADAL" clId="{DB9BBBDC-F455-4572-BF35-B25E0968203C}" dt="2026-10-05T08:38:13.630" v="1791"/>
        <pc:sldMkLst>
          <pc:docMk/>
          <pc:sldMk cId="2623062287" sldId="306"/>
        </pc:sldMkLst>
      </pc:sldChg>
      <pc:sldChg chg="add">
        <pc:chgData name="RIFAT AL MAMUN RUDRO" userId="24b27b9a-aab3-4351-8aca-a88306e0f932" providerId="ADAL" clId="{DB9BBBDC-F455-4572-BF35-B25E0968203C}" dt="2026-10-05T08:38:13.808" v="1793"/>
        <pc:sldMkLst>
          <pc:docMk/>
          <pc:sldMk cId="1399165416" sldId="307"/>
        </pc:sldMkLst>
      </pc:sldChg>
      <pc:sldChg chg="add">
        <pc:chgData name="RIFAT AL MAMUN RUDRO" userId="24b27b9a-aab3-4351-8aca-a88306e0f932" providerId="ADAL" clId="{DB9BBBDC-F455-4572-BF35-B25E0968203C}" dt="2026-10-05T08:38:14.076" v="1795"/>
        <pc:sldMkLst>
          <pc:docMk/>
          <pc:sldMk cId="279111138" sldId="308"/>
        </pc:sldMkLst>
      </pc:sldChg>
      <pc:sldChg chg="add">
        <pc:chgData name="RIFAT AL MAMUN RUDRO" userId="24b27b9a-aab3-4351-8aca-a88306e0f932" providerId="ADAL" clId="{DB9BBBDC-F455-4572-BF35-B25E0968203C}" dt="2026-10-05T08:38:14.265" v="1797"/>
        <pc:sldMkLst>
          <pc:docMk/>
          <pc:sldMk cId="1763004233" sldId="309"/>
        </pc:sldMkLst>
      </pc:sldChg>
      <pc:sldChg chg="add">
        <pc:chgData name="RIFAT AL MAMUN RUDRO" userId="24b27b9a-aab3-4351-8aca-a88306e0f932" providerId="ADAL" clId="{DB9BBBDC-F455-4572-BF35-B25E0968203C}" dt="2026-10-05T08:38:14.408" v="1799"/>
        <pc:sldMkLst>
          <pc:docMk/>
          <pc:sldMk cId="596562551" sldId="310"/>
        </pc:sldMkLst>
      </pc:sldChg>
      <pc:sldChg chg="add">
        <pc:chgData name="RIFAT AL MAMUN RUDRO" userId="24b27b9a-aab3-4351-8aca-a88306e0f932" providerId="ADAL" clId="{DB9BBBDC-F455-4572-BF35-B25E0968203C}" dt="2026-10-05T08:38:14.559" v="1801"/>
        <pc:sldMkLst>
          <pc:docMk/>
          <pc:sldMk cId="4026408974" sldId="311"/>
        </pc:sldMkLst>
      </pc:sldChg>
      <pc:sldChg chg="add">
        <pc:chgData name="RIFAT AL MAMUN RUDRO" userId="24b27b9a-aab3-4351-8aca-a88306e0f932" providerId="ADAL" clId="{DB9BBBDC-F455-4572-BF35-B25E0968203C}" dt="2026-10-05T08:38:14.700" v="1803"/>
        <pc:sldMkLst>
          <pc:docMk/>
          <pc:sldMk cId="245853050" sldId="312"/>
        </pc:sldMkLst>
      </pc:sldChg>
      <pc:sldChg chg="add">
        <pc:chgData name="RIFAT AL MAMUN RUDRO" userId="24b27b9a-aab3-4351-8aca-a88306e0f932" providerId="ADAL" clId="{DB9BBBDC-F455-4572-BF35-B25E0968203C}" dt="2026-10-05T08:38:14.846" v="1805"/>
        <pc:sldMkLst>
          <pc:docMk/>
          <pc:sldMk cId="2897922534" sldId="313"/>
        </pc:sldMkLst>
      </pc:sldChg>
      <pc:sldChg chg="add">
        <pc:chgData name="RIFAT AL MAMUN RUDRO" userId="24b27b9a-aab3-4351-8aca-a88306e0f932" providerId="ADAL" clId="{DB9BBBDC-F455-4572-BF35-B25E0968203C}" dt="2026-10-05T08:38:14.967" v="1807"/>
        <pc:sldMkLst>
          <pc:docMk/>
          <pc:sldMk cId="3261819163" sldId="314"/>
        </pc:sldMkLst>
      </pc:sldChg>
      <pc:sldChg chg="add">
        <pc:chgData name="RIFAT AL MAMUN RUDRO" userId="24b27b9a-aab3-4351-8aca-a88306e0f932" providerId="ADAL" clId="{DB9BBBDC-F455-4572-BF35-B25E0968203C}" dt="2026-10-05T08:38:15.074" v="1809"/>
        <pc:sldMkLst>
          <pc:docMk/>
          <pc:sldMk cId="1224627375" sldId="315"/>
        </pc:sldMkLst>
      </pc:sldChg>
      <pc:sldChg chg="add">
        <pc:chgData name="RIFAT AL MAMUN RUDRO" userId="24b27b9a-aab3-4351-8aca-a88306e0f932" providerId="ADAL" clId="{DB9BBBDC-F455-4572-BF35-B25E0968203C}" dt="2026-10-05T08:38:15.219" v="1811"/>
        <pc:sldMkLst>
          <pc:docMk/>
          <pc:sldMk cId="1263396744" sldId="316"/>
        </pc:sldMkLst>
      </pc:sldChg>
      <pc:sldChg chg="add">
        <pc:chgData name="RIFAT AL MAMUN RUDRO" userId="24b27b9a-aab3-4351-8aca-a88306e0f932" providerId="ADAL" clId="{DB9BBBDC-F455-4572-BF35-B25E0968203C}" dt="2026-10-05T08:38:15.346" v="1813"/>
        <pc:sldMkLst>
          <pc:docMk/>
          <pc:sldMk cId="3777198198" sldId="317"/>
        </pc:sldMkLst>
      </pc:sldChg>
      <pc:sldChg chg="add">
        <pc:chgData name="RIFAT AL MAMUN RUDRO" userId="24b27b9a-aab3-4351-8aca-a88306e0f932" providerId="ADAL" clId="{DB9BBBDC-F455-4572-BF35-B25E0968203C}" dt="2026-10-05T08:38:15.535" v="1815"/>
        <pc:sldMkLst>
          <pc:docMk/>
          <pc:sldMk cId="634250117" sldId="318"/>
        </pc:sldMkLst>
      </pc:sldChg>
      <pc:sldChg chg="add">
        <pc:chgData name="RIFAT AL MAMUN RUDRO" userId="24b27b9a-aab3-4351-8aca-a88306e0f932" providerId="ADAL" clId="{DB9BBBDC-F455-4572-BF35-B25E0968203C}" dt="2026-10-05T08:38:15.683" v="1817"/>
        <pc:sldMkLst>
          <pc:docMk/>
          <pc:sldMk cId="2069655868" sldId="319"/>
        </pc:sldMkLst>
      </pc:sldChg>
      <pc:sldChg chg="add">
        <pc:chgData name="RIFAT AL MAMUN RUDRO" userId="24b27b9a-aab3-4351-8aca-a88306e0f932" providerId="ADAL" clId="{DB9BBBDC-F455-4572-BF35-B25E0968203C}" dt="2026-10-05T08:38:15.828" v="1819"/>
        <pc:sldMkLst>
          <pc:docMk/>
          <pc:sldMk cId="1223637019" sldId="320"/>
        </pc:sldMkLst>
      </pc:sldChg>
      <pc:sldChg chg="add">
        <pc:chgData name="RIFAT AL MAMUN RUDRO" userId="24b27b9a-aab3-4351-8aca-a88306e0f932" providerId="ADAL" clId="{DB9BBBDC-F455-4572-BF35-B25E0968203C}" dt="2026-10-05T08:38:15.964" v="1821"/>
        <pc:sldMkLst>
          <pc:docMk/>
          <pc:sldMk cId="2194530247" sldId="321"/>
        </pc:sldMkLst>
      </pc:sldChg>
      <pc:sldChg chg="add">
        <pc:chgData name="RIFAT AL MAMUN RUDRO" userId="24b27b9a-aab3-4351-8aca-a88306e0f932" providerId="ADAL" clId="{DB9BBBDC-F455-4572-BF35-B25E0968203C}" dt="2026-10-05T08:38:16.165" v="1823"/>
        <pc:sldMkLst>
          <pc:docMk/>
          <pc:sldMk cId="3576360975" sldId="322"/>
        </pc:sldMkLst>
      </pc:sldChg>
      <pc:sldChg chg="add">
        <pc:chgData name="RIFAT AL MAMUN RUDRO" userId="24b27b9a-aab3-4351-8aca-a88306e0f932" providerId="ADAL" clId="{DB9BBBDC-F455-4572-BF35-B25E0968203C}" dt="2026-10-05T08:38:16.313" v="1825"/>
        <pc:sldMkLst>
          <pc:docMk/>
          <pc:sldMk cId="3895924202" sldId="323"/>
        </pc:sldMkLst>
      </pc:sldChg>
      <pc:sldChg chg="add">
        <pc:chgData name="RIFAT AL MAMUN RUDRO" userId="24b27b9a-aab3-4351-8aca-a88306e0f932" providerId="ADAL" clId="{DB9BBBDC-F455-4572-BF35-B25E0968203C}" dt="2026-10-05T08:38:16.428" v="1827"/>
        <pc:sldMkLst>
          <pc:docMk/>
          <pc:sldMk cId="2372685902" sldId="324"/>
        </pc:sldMkLst>
      </pc:sldChg>
      <pc:sldChg chg="add">
        <pc:chgData name="RIFAT AL MAMUN RUDRO" userId="24b27b9a-aab3-4351-8aca-a88306e0f932" providerId="ADAL" clId="{DB9BBBDC-F455-4572-BF35-B25E0968203C}" dt="2026-10-05T08:38:16.560" v="1829"/>
        <pc:sldMkLst>
          <pc:docMk/>
          <pc:sldMk cId="2143589479" sldId="325"/>
        </pc:sldMkLst>
      </pc:sldChg>
      <pc:sldChg chg="add">
        <pc:chgData name="RIFAT AL MAMUN RUDRO" userId="24b27b9a-aab3-4351-8aca-a88306e0f932" providerId="ADAL" clId="{DB9BBBDC-F455-4572-BF35-B25E0968203C}" dt="2026-10-05T08:38:16.780" v="1831"/>
        <pc:sldMkLst>
          <pc:docMk/>
          <pc:sldMk cId="2687969203" sldId="326"/>
        </pc:sldMkLst>
      </pc:sldChg>
      <pc:sldChg chg="add">
        <pc:chgData name="RIFAT AL MAMUN RUDRO" userId="24b27b9a-aab3-4351-8aca-a88306e0f932" providerId="ADAL" clId="{DB9BBBDC-F455-4572-BF35-B25E0968203C}" dt="2026-10-05T08:38:16.896" v="1833"/>
        <pc:sldMkLst>
          <pc:docMk/>
          <pc:sldMk cId="315309390" sldId="327"/>
        </pc:sldMkLst>
      </pc:sldChg>
      <pc:sldChg chg="add">
        <pc:chgData name="RIFAT AL MAMUN RUDRO" userId="24b27b9a-aab3-4351-8aca-a88306e0f932" providerId="ADAL" clId="{DB9BBBDC-F455-4572-BF35-B25E0968203C}" dt="2026-10-05T08:38:17.032" v="1835"/>
        <pc:sldMkLst>
          <pc:docMk/>
          <pc:sldMk cId="4099117391" sldId="328"/>
        </pc:sldMkLst>
      </pc:sldChg>
      <pc:sldChg chg="add">
        <pc:chgData name="RIFAT AL MAMUN RUDRO" userId="24b27b9a-aab3-4351-8aca-a88306e0f932" providerId="ADAL" clId="{DB9BBBDC-F455-4572-BF35-B25E0968203C}" dt="2026-10-05T08:38:17.175" v="1837"/>
        <pc:sldMkLst>
          <pc:docMk/>
          <pc:sldMk cId="3567947530" sldId="329"/>
        </pc:sldMkLst>
      </pc:sldChg>
      <pc:sldChg chg="add">
        <pc:chgData name="RIFAT AL MAMUN RUDRO" userId="24b27b9a-aab3-4351-8aca-a88306e0f932" providerId="ADAL" clId="{DB9BBBDC-F455-4572-BF35-B25E0968203C}" dt="2026-10-05T08:38:17.287" v="1839"/>
        <pc:sldMkLst>
          <pc:docMk/>
          <pc:sldMk cId="3709624331" sldId="330"/>
        </pc:sldMkLst>
      </pc:sldChg>
      <pc:sldChg chg="add">
        <pc:chgData name="RIFAT AL MAMUN RUDRO" userId="24b27b9a-aab3-4351-8aca-a88306e0f932" providerId="ADAL" clId="{DB9BBBDC-F455-4572-BF35-B25E0968203C}" dt="2026-10-05T08:38:17.487" v="1841"/>
        <pc:sldMkLst>
          <pc:docMk/>
          <pc:sldMk cId="1349556032" sldId="331"/>
        </pc:sldMkLst>
      </pc:sldChg>
      <pc:sldMasterChg chg="del delSldLayout">
        <pc:chgData name="RIFAT AL MAMUN RUDRO" userId="24b27b9a-aab3-4351-8aca-a88306e0f932" providerId="ADAL" clId="{DB9BBBDC-F455-4572-BF35-B25E0968203C}" dt="2026-10-05T04:06:19.580" v="42"/>
        <pc:sldMasterMkLst>
          <pc:docMk/>
          <pc:sldMasterMk cId="0" sldId="2147483648"/>
        </pc:sldMasterMkLst>
        <pc:sldLayoutChg chg="del">
          <pc:chgData name="RIFAT AL MAMUN RUDRO" userId="24b27b9a-aab3-4351-8aca-a88306e0f932" providerId="ADAL" clId="{DB9BBBDC-F455-4572-BF35-B25E0968203C}" dt="2026-10-05T04:06:19.580" v="42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add addSldLayout modSldLayout">
        <pc:chgData name="RIFAT AL MAMUN RUDRO" userId="24b27b9a-aab3-4351-8aca-a88306e0f932" providerId="ADAL" clId="{DB9BBBDC-F455-4572-BF35-B25E0968203C}" dt="2026-10-05T04:06:19.339" v="0"/>
        <pc:sldMasterMkLst>
          <pc:docMk/>
          <pc:sldMasterMk cId="0" sldId="2147483650"/>
        </pc:sldMasterMkLst>
        <pc:sldLayoutChg chg="add mod">
          <pc:chgData name="RIFAT AL MAMUN RUDRO" userId="24b27b9a-aab3-4351-8aca-a88306e0f932" providerId="ADAL" clId="{DB9BBBDC-F455-4572-BF35-B25E0968203C}" dt="2026-10-05T04:06:19.339" v="0"/>
          <pc:sldLayoutMkLst>
            <pc:docMk/>
            <pc:sldMasterMk cId="0" sldId="2147483650"/>
            <pc:sldLayoutMk cId="0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0052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slide" Target="slide3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w3schools.com/js/js_numbers.asp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w3schools.com/js/js_string_methods.asp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w3schools.com/js/js_arithmetic.asp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hp.net/docs.php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springboard.com/blog/history-of-javascript/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eloper.mozilla.org/en-US/docs/Web/JavaScript/Guide" TargetMode="External"/><Relationship Id="rId5" Type="http://schemas.openxmlformats.org/officeDocument/2006/relationships/hyperlink" Target="https://www.w3schools.com/js/" TargetMode="Externa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66344"/>
            <a:ext cx="621792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AMERICAN INTERNATIONAL UNIVERSITY-BANGLADESH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58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F4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Computer Science  ·  Faculty of Science and Technology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5087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Introduction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1945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F4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behaviour to web pages: variables, types, output, operators, events, functions, and control flow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52160" y="141732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89320" y="15179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135624" y="15179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81928" y="15179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492240" y="147218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lecture03.js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1746504"/>
            <a:ext cx="25603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"Web Tech"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`Hello, ${course}!`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14" name="btn">
            <a:hlinkClick r:id="" action="ppaction://hlinkshowjump?jump=nextslide"/>
          </p:cNvPr>
          <p:cNvSpPr/>
          <p:nvPr/>
        </p:nvSpPr>
        <p:spPr>
          <a:xfrm>
            <a:off x="457200" y="310896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  Start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920240" y="31821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F4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deck: run it in Slide Show mode and click the buttons.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379476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3F0FA"/>
          </a:solidFill>
          <a:ln w="12700">
            <a:solidFill>
              <a:srgbClr val="F3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21792" y="38862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" y="40873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· Web Technologies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834640" y="37947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3F0FA"/>
          </a:solidFill>
          <a:ln w="12700">
            <a:solidFill>
              <a:srgbClr val="F3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2999232" y="3886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2999232" y="40873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 03 · Week 04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0" y="379476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F3F0FA"/>
          </a:solidFill>
          <a:ln w="12700">
            <a:solidFill>
              <a:srgbClr val="F3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4736592" y="38862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SEMESTER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4736592" y="408736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2026-27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035040" y="37947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3F0FA"/>
          </a:solidFill>
          <a:ln w="12700">
            <a:solidFill>
              <a:srgbClr val="F3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6199632" y="38862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LECTURER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6199632" y="40873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Rifat Al Mamun Rudro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mamun.rudro@aiub.edu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033444956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LECTURE 03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Lecture outline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2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0241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Click a section to jump to it. The ⌂ Outline button on every slide brings you back here.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9" name="btn">
            <a:hlinkClick r:id="" action="ppaction://noaction"/>
          </p:cNvPr>
          <p:cNvSpPr/>
          <p:nvPr/>
        </p:nvSpPr>
        <p:spPr>
          <a:xfrm>
            <a:off x="457200" y="141732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01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Introduction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What JavaScript is and where it is used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423160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6787" y="1705539"/>
            <a:ext cx="228234" cy="228234"/>
          </a:xfrm>
          <a:prstGeom prst="rect">
            <a:avLst/>
          </a:prstGeom>
        </p:spPr>
      </p:pic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3264408" y="141732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02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Adding JS to a Page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The script tag, placement, external files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230368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3995" y="1705539"/>
            <a:ext cx="228234" cy="228234"/>
          </a:xfrm>
          <a:prstGeom prst="rect">
            <a:avLst/>
          </a:prstGeom>
        </p:spPr>
      </p:pic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6071616" y="141732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03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Variables and Data Types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let, const, var, numbers, strings, null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8037576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1203" y="1705539"/>
            <a:ext cx="228234" cy="228234"/>
          </a:xfrm>
          <a:prstGeom prst="rect">
            <a:avLst/>
          </a:prstGeom>
        </p:spPr>
      </p:pic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57200" y="306324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04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Syntax and Output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Statements, comments, four ways to output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2423160" y="322783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6787" y="3351459"/>
            <a:ext cx="228234" cy="228234"/>
          </a:xfrm>
          <a:prstGeom prst="rect">
            <a:avLst/>
          </a:prstGeom>
        </p:spPr>
      </p:pic>
      <p:sp>
        <p:nvSpPr>
          <p:cNvPr id="21" name="btn">
            <a:hlinkClick r:id="" action="ppaction://noaction"/>
          </p:cNvPr>
          <p:cNvSpPr/>
          <p:nvPr/>
        </p:nvSpPr>
        <p:spPr>
          <a:xfrm>
            <a:off x="3264408" y="306324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05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Operators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Arithmetic, assignment, comparison, logic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22" name="Shape 15"/>
          <p:cNvSpPr/>
          <p:nvPr/>
        </p:nvSpPr>
        <p:spPr>
          <a:xfrm>
            <a:off x="5230368" y="322783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3995" y="3351459"/>
            <a:ext cx="228234" cy="228234"/>
          </a:xfrm>
          <a:prstGeom prst="rect">
            <a:avLst/>
          </a:prstGeom>
        </p:spPr>
      </p:pic>
      <p:sp>
        <p:nvSpPr>
          <p:cNvPr id="24" name="btn">
            <a:hlinkClick r:id="" action="ppaction://noaction"/>
          </p:cNvPr>
          <p:cNvSpPr/>
          <p:nvPr/>
        </p:nvSpPr>
        <p:spPr>
          <a:xfrm>
            <a:off x="6071616" y="306324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06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Events and Control Flow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Functions, events, if/else, and loops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8037576" y="322783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1203" y="3351459"/>
            <a:ext cx="228234" cy="22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70515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01</a:t>
            </a:r>
            <a:endParaRPr lang="en-US" sz="8000" dirty="0">
              <a:latin typeface="Cambria"/>
              <a:ea typeface="Cambri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Introduction to JavaScript</a:t>
            </a:r>
            <a:endParaRPr lang="en-US" sz="3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F4466"/>
                </a:solidFill>
                <a:latin typeface="Cambria"/>
                <a:ea typeface="Cambria"/>
                <a:cs typeface="Calibri" pitchFamily="34" charset="-120"/>
              </a:rPr>
              <a:t>The language of behaviour on the Web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F6485"/>
                </a:solidFill>
                <a:latin typeface="Cambria"/>
                <a:ea typeface="Cambria"/>
                <a:cs typeface="Calibri" pitchFamily="34" charset="-120"/>
              </a:rPr>
              <a:t>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3F0FA"/>
          </a:solidFill>
          <a:ln>
            <a:solidFill>
              <a:srgbClr val="F3F0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INTRODUCTION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What is JavaScript?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4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 </a:t>
            </a: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client-side scripting language</a:t>
            </a: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, designed to add </a:t>
            </a: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interactivity</a:t>
            </a: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to static HTML pages</a:t>
            </a:r>
            <a:endParaRPr lang="en-US" sz="1300" dirty="0">
              <a:latin typeface="Cambria"/>
              <a:ea typeface="Cambria"/>
            </a:endParaRPr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 scripting language is a </a:t>
            </a: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lightweight</a:t>
            </a: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programming language</a:t>
            </a:r>
            <a:endParaRPr lang="en-US" sz="1300" dirty="0">
              <a:latin typeface="Cambria"/>
              <a:ea typeface="Cambria"/>
            </a:endParaRPr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Runs without a separate compile step: the browser reads and runs it directly (modern engines compile it just in time)</a:t>
            </a:r>
            <a:endParaRPr lang="en-US" sz="1300" dirty="0">
              <a:latin typeface="Cambria"/>
              <a:ea typeface="Cambria"/>
            </a:endParaRPr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It follows the </a:t>
            </a: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ECMAScript</a:t>
            </a: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standard, published by Ecma International</a:t>
            </a:r>
            <a:endParaRPr lang="en-US" sz="1300" dirty="0">
              <a:latin typeface="Cambria"/>
              <a:ea typeface="Cambria"/>
            </a:endParaRPr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JavaScript and Java have </a:t>
            </a: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almost nothing in common</a:t>
            </a: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apart from the name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394960" y="11887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577840" y="1371600"/>
            <a:ext cx="548640" cy="548640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5087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30936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HTML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6309360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Structure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394960" y="228600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577840" y="2468880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6060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CSS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6309360" y="2761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Presentation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394960" y="33832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ln w="9525">
            <a:solidFill>
              <a:srgbClr val="1B1F3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577840" y="3566160"/>
            <a:ext cx="548640" cy="548640"/>
          </a:xfrm>
          <a:prstGeom prst="ellipse">
            <a:avLst/>
          </a:prstGeom>
          <a:solidFill>
            <a:srgbClr val="C99A06"/>
          </a:solidFill>
          <a:ln w="12700">
            <a:solidFill>
              <a:srgbClr val="C99A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37033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0936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JavaScript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6309360" y="3858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3D9F4"/>
                </a:solidFill>
                <a:latin typeface="Cambria"/>
                <a:ea typeface="Cambria"/>
                <a:cs typeface="Calibri" pitchFamily="34" charset="-120"/>
              </a:rPr>
              <a:t>Behaviour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5394960" y="44805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This lecture is about the third layer.</a:t>
            </a:r>
            <a:endParaRPr lang="en-US" sz="10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044144390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INTRODUCTION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A short history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5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40080" y="1874520"/>
            <a:ext cx="7863840" cy="914"/>
          </a:xfrm>
          <a:prstGeom prst="line">
            <a:avLst/>
          </a:prstGeom>
          <a:noFill/>
          <a:ln w="381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anim-1-0"/>
          <p:cNvSpPr/>
          <p:nvPr/>
        </p:nvSpPr>
        <p:spPr>
          <a:xfrm>
            <a:off x="1078992" y="1737360"/>
            <a:ext cx="274320" cy="274320"/>
          </a:xfrm>
          <a:prstGeom prst="ellipse">
            <a:avLst/>
          </a:prstGeom>
          <a:solidFill>
            <a:srgbClr val="66339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nim-1-0"/>
          <p:cNvSpPr txBox="1"/>
          <p:nvPr/>
        </p:nvSpPr>
        <p:spPr>
          <a:xfrm>
            <a:off x="457200" y="12344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1995</a:t>
            </a:r>
            <a:endParaRPr lang="en-US" sz="1800" dirty="0">
              <a:latin typeface="Cambria"/>
              <a:ea typeface="Cambria"/>
            </a:endParaRPr>
          </a:p>
        </p:txBody>
      </p:sp>
      <p:sp>
        <p:nvSpPr>
          <p:cNvPr id="11" name="anim-1-0"/>
          <p:cNvSpPr/>
          <p:nvPr/>
        </p:nvSpPr>
        <p:spPr>
          <a:xfrm>
            <a:off x="457200" y="2240280"/>
            <a:ext cx="1517904" cy="1874520"/>
          </a:xfrm>
          <a:prstGeom prst="roundRect">
            <a:avLst>
              <a:gd name="adj" fmla="val 4819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anim-1-0"/>
          <p:cNvSpPr txBox="1"/>
          <p:nvPr/>
        </p:nvSpPr>
        <p:spPr>
          <a:xfrm>
            <a:off x="566928" y="23500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Created at Netscape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13" name="anim-1-0"/>
          <p:cNvSpPr txBox="1"/>
          <p:nvPr/>
        </p:nvSpPr>
        <p:spPr>
          <a:xfrm>
            <a:off x="566928" y="2834640"/>
            <a:ext cx="1298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Brendan Eich wrote the first version in about ten days. It was called Mocha, then LiveScript, then JavaScript.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14" name="anim-2-1"/>
          <p:cNvSpPr/>
          <p:nvPr/>
        </p:nvSpPr>
        <p:spPr>
          <a:xfrm>
            <a:off x="2761488" y="1737360"/>
            <a:ext cx="274320" cy="274320"/>
          </a:xfrm>
          <a:prstGeom prst="ellipse">
            <a:avLst/>
          </a:prstGeom>
          <a:solidFill>
            <a:srgbClr val="66339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nim-2-1"/>
          <p:cNvSpPr txBox="1"/>
          <p:nvPr/>
        </p:nvSpPr>
        <p:spPr>
          <a:xfrm>
            <a:off x="2139696" y="12344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1997</a:t>
            </a:r>
            <a:endParaRPr lang="en-US" sz="1800" dirty="0">
              <a:latin typeface="Cambria"/>
              <a:ea typeface="Cambria"/>
            </a:endParaRPr>
          </a:p>
        </p:txBody>
      </p:sp>
      <p:sp>
        <p:nvSpPr>
          <p:cNvPr id="16" name="anim-2-1"/>
          <p:cNvSpPr/>
          <p:nvPr/>
        </p:nvSpPr>
        <p:spPr>
          <a:xfrm>
            <a:off x="2139696" y="2240280"/>
            <a:ext cx="1517904" cy="187452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anim-2-1"/>
          <p:cNvSpPr txBox="1"/>
          <p:nvPr/>
        </p:nvSpPr>
        <p:spPr>
          <a:xfrm>
            <a:off x="2249424" y="23500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Standardised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18" name="anim-2-1"/>
          <p:cNvSpPr txBox="1"/>
          <p:nvPr/>
        </p:nvSpPr>
        <p:spPr>
          <a:xfrm>
            <a:off x="2249424" y="2834640"/>
            <a:ext cx="1298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Ecma International published ECMAScript 1, the official standard.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19" name="anim-3-2"/>
          <p:cNvSpPr/>
          <p:nvPr/>
        </p:nvSpPr>
        <p:spPr>
          <a:xfrm>
            <a:off x="4443984" y="1737360"/>
            <a:ext cx="274320" cy="274320"/>
          </a:xfrm>
          <a:prstGeom prst="ellipse">
            <a:avLst/>
          </a:prstGeom>
          <a:solidFill>
            <a:srgbClr val="66339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nim-3-2"/>
          <p:cNvSpPr txBox="1"/>
          <p:nvPr/>
        </p:nvSpPr>
        <p:spPr>
          <a:xfrm>
            <a:off x="3822192" y="12344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2009</a:t>
            </a:r>
            <a:endParaRPr lang="en-US" sz="1800" dirty="0">
              <a:latin typeface="Cambria"/>
              <a:ea typeface="Cambria"/>
            </a:endParaRPr>
          </a:p>
        </p:txBody>
      </p:sp>
      <p:sp>
        <p:nvSpPr>
          <p:cNvPr id="21" name="anim-3-2"/>
          <p:cNvSpPr/>
          <p:nvPr/>
        </p:nvSpPr>
        <p:spPr>
          <a:xfrm>
            <a:off x="3822192" y="2240280"/>
            <a:ext cx="1517904" cy="187452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anim-3-2"/>
          <p:cNvSpPr txBox="1"/>
          <p:nvPr/>
        </p:nvSpPr>
        <p:spPr>
          <a:xfrm>
            <a:off x="3931920" y="23500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Leaves the browser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23" name="anim-3-2"/>
          <p:cNvSpPr txBox="1"/>
          <p:nvPr/>
        </p:nvSpPr>
        <p:spPr>
          <a:xfrm>
            <a:off x="3931920" y="2834640"/>
            <a:ext cx="1298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Node.js lets JavaScript run on servers.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4" name="anim-4-3"/>
          <p:cNvSpPr/>
          <p:nvPr/>
        </p:nvSpPr>
        <p:spPr>
          <a:xfrm>
            <a:off x="6126480" y="1737360"/>
            <a:ext cx="274320" cy="274320"/>
          </a:xfrm>
          <a:prstGeom prst="ellipse">
            <a:avLst/>
          </a:prstGeom>
          <a:solidFill>
            <a:srgbClr val="66339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nim-4-3"/>
          <p:cNvSpPr txBox="1"/>
          <p:nvPr/>
        </p:nvSpPr>
        <p:spPr>
          <a:xfrm>
            <a:off x="5504688" y="12344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2015</a:t>
            </a:r>
            <a:endParaRPr lang="en-US" sz="1800" dirty="0">
              <a:latin typeface="Cambria"/>
              <a:ea typeface="Cambria"/>
            </a:endParaRPr>
          </a:p>
        </p:txBody>
      </p:sp>
      <p:sp>
        <p:nvSpPr>
          <p:cNvPr id="26" name="anim-4-3"/>
          <p:cNvSpPr/>
          <p:nvPr/>
        </p:nvSpPr>
        <p:spPr>
          <a:xfrm>
            <a:off x="5504688" y="2240280"/>
            <a:ext cx="1517904" cy="187452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anim-4-3"/>
          <p:cNvSpPr txBox="1"/>
          <p:nvPr/>
        </p:nvSpPr>
        <p:spPr>
          <a:xfrm>
            <a:off x="5614416" y="23500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Modern JavaScript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28" name="anim-4-3"/>
          <p:cNvSpPr txBox="1"/>
          <p:nvPr/>
        </p:nvSpPr>
        <p:spPr>
          <a:xfrm>
            <a:off x="5614416" y="2834640"/>
            <a:ext cx="1298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ES2015 (ES6) adds let, const, arrow functions, and classes.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9" name="anim-5-4"/>
          <p:cNvSpPr/>
          <p:nvPr/>
        </p:nvSpPr>
        <p:spPr>
          <a:xfrm>
            <a:off x="7808976" y="1737360"/>
            <a:ext cx="274320" cy="274320"/>
          </a:xfrm>
          <a:prstGeom prst="ellipse">
            <a:avLst/>
          </a:prstGeom>
          <a:solidFill>
            <a:srgbClr val="66339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anim-5-4"/>
          <p:cNvSpPr txBox="1"/>
          <p:nvPr/>
        </p:nvSpPr>
        <p:spPr>
          <a:xfrm>
            <a:off x="7187184" y="12344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Today</a:t>
            </a:r>
            <a:endParaRPr lang="en-US" sz="1800" dirty="0">
              <a:latin typeface="Cambria"/>
              <a:ea typeface="Cambria"/>
            </a:endParaRPr>
          </a:p>
        </p:txBody>
      </p:sp>
      <p:sp>
        <p:nvSpPr>
          <p:cNvPr id="31" name="anim-5-4"/>
          <p:cNvSpPr/>
          <p:nvPr/>
        </p:nvSpPr>
        <p:spPr>
          <a:xfrm>
            <a:off x="7187184" y="2240280"/>
            <a:ext cx="1517904" cy="187452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anim-5-4"/>
          <p:cNvSpPr txBox="1"/>
          <p:nvPr/>
        </p:nvSpPr>
        <p:spPr>
          <a:xfrm>
            <a:off x="7296912" y="23500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Yearly updates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33" name="anim-5-4"/>
          <p:cNvSpPr txBox="1"/>
          <p:nvPr/>
        </p:nvSpPr>
        <p:spPr>
          <a:xfrm>
            <a:off x="7296912" y="2834640"/>
            <a:ext cx="1298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 new ECMAScript edition is released every year.</a:t>
            </a:r>
            <a:endParaRPr lang="en-US" sz="105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7130568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INTRODUCTION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Where JavaScript is used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6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1517904" cy="214884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41832" y="1353312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478" y="1495958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201168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Front end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566928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Interactive pages in every modern browser, with nothing to install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2139696" y="1188720"/>
            <a:ext cx="1517904" cy="214884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2624328" y="1353312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6974" y="1495958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231136" y="201168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Back end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2249424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Servers and APIs with Node.js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3822192" y="1188720"/>
            <a:ext cx="1517904" cy="214884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306824" y="1353312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9470" y="1495958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913632" y="201168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Mobile apps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3931920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Cross-platform apps, e.g. with React Native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5504688" y="1188720"/>
            <a:ext cx="1517904" cy="214884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5989320" y="1353312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1966" y="1495958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596128" y="201168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Desktop apps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5614416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Apps such as VS Code, built with Electron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7187184" y="1188720"/>
            <a:ext cx="1517904" cy="214884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7671816" y="1353312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4462" y="1495958"/>
            <a:ext cx="263347" cy="26334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278624" y="201168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Games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32" name="Text 24"/>
          <p:cNvSpPr txBox="1"/>
          <p:nvPr/>
        </p:nvSpPr>
        <p:spPr>
          <a:xfrm>
            <a:off x="7296912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Browser games using canvas and WebGL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 txBox="1"/>
          <p:nvPr/>
        </p:nvSpPr>
        <p:spPr>
          <a:xfrm>
            <a:off x="640080" y="3657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A HUGE ECOSYSTEM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35" name="Text 27"/>
          <p:cNvSpPr txBox="1"/>
          <p:nvPr/>
        </p:nvSpPr>
        <p:spPr>
          <a:xfrm>
            <a:off x="640080" y="3886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Tons of ready-made frameworks and libraries. Learn JavaScript once and use it for both front-end and back-end development.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5577840" y="376732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 txBox="1"/>
          <p:nvPr/>
        </p:nvSpPr>
        <p:spPr>
          <a:xfrm>
            <a:off x="5577840" y="3767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React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6583680" y="376732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 txBox="1"/>
          <p:nvPr/>
        </p:nvSpPr>
        <p:spPr>
          <a:xfrm>
            <a:off x="6583680" y="3767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Vue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7589520" y="376732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3"/>
          <p:cNvSpPr txBox="1"/>
          <p:nvPr/>
        </p:nvSpPr>
        <p:spPr>
          <a:xfrm>
            <a:off x="7589520" y="3767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Angular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5577840" y="413308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5"/>
          <p:cNvSpPr txBox="1"/>
          <p:nvPr/>
        </p:nvSpPr>
        <p:spPr>
          <a:xfrm>
            <a:off x="5577840" y="4133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jQuery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6583680" y="413308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7"/>
          <p:cNvSpPr txBox="1"/>
          <p:nvPr/>
        </p:nvSpPr>
        <p:spPr>
          <a:xfrm>
            <a:off x="6583680" y="4133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Express</a:t>
            </a:r>
            <a:endParaRPr lang="en-US" sz="10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913970913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02</a:t>
            </a:r>
            <a:endParaRPr lang="en-US" sz="8000" dirty="0">
              <a:latin typeface="Cambria"/>
              <a:ea typeface="Cambri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Adding JavaScript to a Page</a:t>
            </a:r>
            <a:endParaRPr lang="en-US" sz="3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F4466"/>
                </a:solidFill>
                <a:latin typeface="Cambria"/>
                <a:ea typeface="Cambria"/>
                <a:cs typeface="Calibri" pitchFamily="34" charset="-120"/>
              </a:rPr>
              <a:t>The script tag, where it goes, and external files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F6485"/>
                </a:solidFill>
                <a:latin typeface="Cambria"/>
                <a:ea typeface="Cambria"/>
                <a:cs typeface="Calibri" pitchFamily="34" charset="-120"/>
              </a:rPr>
              <a:t>7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3F0FA"/>
          </a:solidFill>
          <a:ln>
            <a:solidFill>
              <a:srgbClr val="F3F0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ADDING JAVASCRIPT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The &lt;script&gt; tag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8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In HTML, JavaScript code goes between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and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tags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Old examples use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type="text/javascript"&gt;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. The type is not needed: JavaScript is the default scripting language in HTML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Scripts can be placed in the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, in the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, or in both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Placing scripts at the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bottom of the body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speeds up the display, because running a script pauses page rendering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937760" y="1188720"/>
            <a:ext cx="3749040" cy="2148840"/>
          </a:xfrm>
          <a:prstGeom prst="roundRect">
            <a:avLst>
              <a:gd name="adj" fmla="val 340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07492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22122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36752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577840" y="124358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1517904"/>
            <a:ext cx="347472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Web Page</a:t>
            </a: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first...</a:t>
            </a: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then the script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"Page ready"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37760" y="352044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365760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486400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Modern alternative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5102352" y="3977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Put the script in the head with </a:t>
            </a: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: it downloads early but runs after the page is parsed.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799769778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ADDING JAVASCRIPT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Four ways to place a script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9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anim-1-5"/>
          <p:cNvSpPr/>
          <p:nvPr/>
        </p:nvSpPr>
        <p:spPr>
          <a:xfrm>
            <a:off x="457200" y="114300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anim-1-5"/>
          <p:cNvSpPr txBox="1"/>
          <p:nvPr/>
        </p:nvSpPr>
        <p:spPr>
          <a:xfrm>
            <a:off x="45720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In the &lt;head&gt;</a:t>
            </a:r>
            <a:endParaRPr lang="en-US" sz="950" dirty="0">
              <a:latin typeface="Cambria"/>
              <a:ea typeface="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7200" y="1472184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" y="157276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40664" y="157276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86968" y="157276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94360" y="1801368"/>
            <a:ext cx="3749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 </a:t>
            </a: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Web Page</a:t>
            </a: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00" dirty="0"/>
          </a:p>
        </p:txBody>
      </p:sp>
      <p:sp>
        <p:nvSpPr>
          <p:cNvPr id="15" name="anim-2-6"/>
          <p:cNvSpPr/>
          <p:nvPr/>
        </p:nvSpPr>
        <p:spPr>
          <a:xfrm>
            <a:off x="4663440" y="114300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nim-2-6"/>
          <p:cNvSpPr txBox="1"/>
          <p:nvPr/>
        </p:nvSpPr>
        <p:spPr>
          <a:xfrm>
            <a:off x="466344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In the &lt;body&gt;</a:t>
            </a:r>
            <a:endParaRPr lang="en-US" sz="950" dirty="0">
              <a:latin typeface="Cambria"/>
              <a:ea typeface="Cambria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663440" y="1472184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800600" y="157276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946904" y="157276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093208" y="157276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4800600" y="1801368"/>
            <a:ext cx="3749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&lt;head&gt;&lt;/head&gt;</a:t>
            </a:r>
            <a:endParaRPr lang="en-US" sz="1150" dirty="0">
              <a:latin typeface="Cambria"/>
              <a:ea typeface="Cambria"/>
            </a:endParaRPr>
          </a:p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150" dirty="0">
              <a:latin typeface="Cambria"/>
              <a:ea typeface="Cambria"/>
            </a:endParaRPr>
          </a:p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Web Page</a:t>
            </a:r>
            <a:r>
              <a:rPr lang="en-US" sz="11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150" dirty="0">
              <a:latin typeface="Cambria"/>
              <a:ea typeface="Cambria"/>
            </a:endParaRPr>
          </a:p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r>
              <a:rPr lang="en-US" sz="11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 </a:t>
            </a:r>
            <a:r>
              <a:rPr lang="en-US" sz="11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150" dirty="0">
              <a:latin typeface="Cambria"/>
              <a:ea typeface="Cambria"/>
            </a:endParaRPr>
          </a:p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150" dirty="0"/>
          </a:p>
        </p:txBody>
      </p:sp>
      <p:sp>
        <p:nvSpPr>
          <p:cNvPr id="22" name="anim-3-7"/>
          <p:cNvSpPr/>
          <p:nvPr/>
        </p:nvSpPr>
        <p:spPr>
          <a:xfrm>
            <a:off x="457200" y="292608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im-3-7"/>
          <p:cNvSpPr txBox="1"/>
          <p:nvPr/>
        </p:nvSpPr>
        <p:spPr>
          <a:xfrm>
            <a:off x="457200" y="2926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External file</a:t>
            </a:r>
            <a:endParaRPr lang="en-US" sz="950" dirty="0">
              <a:latin typeface="Cambria"/>
              <a:ea typeface="Cambria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57200" y="3255264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94360" y="335584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40664" y="335584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886968" y="335584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594360" y="3584448"/>
            <a:ext cx="3749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"myScript.js"</a:t>
            </a: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&gt;&lt;/script&gt;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Web Page</a:t>
            </a: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00" dirty="0"/>
          </a:p>
        </p:txBody>
      </p:sp>
      <p:sp>
        <p:nvSpPr>
          <p:cNvPr id="29" name="anim-4-8"/>
          <p:cNvSpPr/>
          <p:nvPr/>
        </p:nvSpPr>
        <p:spPr>
          <a:xfrm>
            <a:off x="4663440" y="292608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anim-4-8"/>
          <p:cNvSpPr txBox="1"/>
          <p:nvPr/>
        </p:nvSpPr>
        <p:spPr>
          <a:xfrm>
            <a:off x="4663440" y="2926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File on another server</a:t>
            </a:r>
            <a:endParaRPr lang="en-US" sz="950" dirty="0">
              <a:latin typeface="Cambria"/>
              <a:ea typeface="Cambria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663440" y="3255264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800600" y="335584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946904" y="335584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093208" y="335584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4800600" y="3584448"/>
            <a:ext cx="3749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src="https://www.w3schools.com/js/myScript1.js"&gt;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48901297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5" grpId="0" animBg="1"/>
      <p:bldP spid="16" grpId="0" animBg="1"/>
      <p:bldP spid="22" grpId="0" animBg="1"/>
      <p:bldP spid="23" grpId="0" animBg="1"/>
      <p:bldP spid="29" grpId="0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ADDING JAVASCRIPT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External JavaScript files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10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JavaScript can live in an external file with the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.js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extension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Link it with the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attribute of the script tag; the value is the path to the file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It can be added in the head or the body, and behaves as if the code were inside the script tag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The external file contains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only JavaScript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: no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tags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 page can include any number of scripts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971800"/>
            <a:ext cx="4206240" cy="1645920"/>
          </a:xfrm>
          <a:prstGeom prst="roundRect">
            <a:avLst>
              <a:gd name="adj" fmla="val 444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307238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307238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307238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097280" y="302666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3300984"/>
            <a:ext cx="3931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"myScript.js"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&gt;&lt;/script&gt;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Web Page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3611880"/>
            <a:ext cx="411480" cy="365760"/>
          </a:xfrm>
          <a:prstGeom prst="rightArrow">
            <a:avLst/>
          </a:prstGeom>
          <a:solidFill>
            <a:srgbClr val="8E6CC8"/>
          </a:solidFill>
          <a:ln w="12700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754880" y="40050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349240" y="2971800"/>
            <a:ext cx="3337560" cy="1645920"/>
          </a:xfrm>
          <a:prstGeom prst="roundRect">
            <a:avLst>
              <a:gd name="adj" fmla="val 444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486400" y="307238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632704" y="307238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779008" y="307238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5989320" y="30266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myScript.js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0" y="3300984"/>
            <a:ext cx="3063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&lt;script&gt; tags in here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"Hello!"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23062287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ADDING JAVASCRIPT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Why use external files?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11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anim-1-9"/>
          <p:cNvSpPr/>
          <p:nvPr/>
        </p:nvSpPr>
        <p:spPr>
          <a:xfrm>
            <a:off x="457200" y="1188720"/>
            <a:ext cx="1517904" cy="22860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anim-1-9"/>
          <p:cNvSpPr/>
          <p:nvPr/>
        </p:nvSpPr>
        <p:spPr>
          <a:xfrm>
            <a:off x="941832" y="1371600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anim-1-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478" y="1514246"/>
            <a:ext cx="263347" cy="263347"/>
          </a:xfrm>
          <a:prstGeom prst="rect">
            <a:avLst/>
          </a:prstGeom>
        </p:spPr>
      </p:pic>
      <p:sp>
        <p:nvSpPr>
          <p:cNvPr id="11" name="anim-1-9"/>
          <p:cNvSpPr txBox="1"/>
          <p:nvPr/>
        </p:nvSpPr>
        <p:spPr>
          <a:xfrm>
            <a:off x="548640" y="20574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Modularity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12" name="anim-1-9"/>
          <p:cNvSpPr txBox="1"/>
          <p:nvPr/>
        </p:nvSpPr>
        <p:spPr>
          <a:xfrm>
            <a:off x="566928" y="23774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Separates HTML from JavaScript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13" name="anim-2-10"/>
          <p:cNvSpPr/>
          <p:nvPr/>
        </p:nvSpPr>
        <p:spPr>
          <a:xfrm>
            <a:off x="2139696" y="1188720"/>
            <a:ext cx="1517904" cy="22860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anim-2-10"/>
          <p:cNvSpPr/>
          <p:nvPr/>
        </p:nvSpPr>
        <p:spPr>
          <a:xfrm>
            <a:off x="2624328" y="1371600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anim-2-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6974" y="1514246"/>
            <a:ext cx="263347" cy="263347"/>
          </a:xfrm>
          <a:prstGeom prst="rect">
            <a:avLst/>
          </a:prstGeom>
        </p:spPr>
      </p:pic>
      <p:sp>
        <p:nvSpPr>
          <p:cNvPr id="16" name="anim-2-10"/>
          <p:cNvSpPr txBox="1"/>
          <p:nvPr/>
        </p:nvSpPr>
        <p:spPr>
          <a:xfrm>
            <a:off x="2231136" y="20574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Reusability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17" name="anim-2-10"/>
          <p:cNvSpPr txBox="1"/>
          <p:nvPr/>
        </p:nvSpPr>
        <p:spPr>
          <a:xfrm>
            <a:off x="2249424" y="23774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Many pages share the same code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18" name="anim-3-11"/>
          <p:cNvSpPr/>
          <p:nvPr/>
        </p:nvSpPr>
        <p:spPr>
          <a:xfrm>
            <a:off x="3822192" y="1188720"/>
            <a:ext cx="1517904" cy="22860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anim-3-11"/>
          <p:cNvSpPr/>
          <p:nvPr/>
        </p:nvSpPr>
        <p:spPr>
          <a:xfrm>
            <a:off x="4306824" y="1371600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anim-3-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9470" y="1514246"/>
            <a:ext cx="263347" cy="263347"/>
          </a:xfrm>
          <a:prstGeom prst="rect">
            <a:avLst/>
          </a:prstGeom>
        </p:spPr>
      </p:pic>
      <p:sp>
        <p:nvSpPr>
          <p:cNvPr id="21" name="anim-3-11"/>
          <p:cNvSpPr txBox="1"/>
          <p:nvPr/>
        </p:nvSpPr>
        <p:spPr>
          <a:xfrm>
            <a:off x="3913632" y="20574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Maintainability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22" name="anim-3-11"/>
          <p:cNvSpPr txBox="1"/>
          <p:nvPr/>
        </p:nvSpPr>
        <p:spPr>
          <a:xfrm>
            <a:off x="3931920" y="23774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Change the code in one place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3" name="anim-4-12"/>
          <p:cNvSpPr/>
          <p:nvPr/>
        </p:nvSpPr>
        <p:spPr>
          <a:xfrm>
            <a:off x="5504688" y="1188720"/>
            <a:ext cx="1517904" cy="22860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anim-4-12"/>
          <p:cNvSpPr/>
          <p:nvPr/>
        </p:nvSpPr>
        <p:spPr>
          <a:xfrm>
            <a:off x="5989320" y="1371600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anim-4-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1966" y="1514246"/>
            <a:ext cx="263347" cy="263347"/>
          </a:xfrm>
          <a:prstGeom prst="rect">
            <a:avLst/>
          </a:prstGeom>
        </p:spPr>
      </p:pic>
      <p:sp>
        <p:nvSpPr>
          <p:cNvPr id="26" name="anim-4-12"/>
          <p:cNvSpPr txBox="1"/>
          <p:nvPr/>
        </p:nvSpPr>
        <p:spPr>
          <a:xfrm>
            <a:off x="5596128" y="20574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Speed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27" name="anim-4-12"/>
          <p:cNvSpPr txBox="1"/>
          <p:nvPr/>
        </p:nvSpPr>
        <p:spPr>
          <a:xfrm>
            <a:off x="5614416" y="23774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Browsers cache .js files, so pages load faster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8" name="anim-5-13"/>
          <p:cNvSpPr/>
          <p:nvPr/>
        </p:nvSpPr>
        <p:spPr>
          <a:xfrm>
            <a:off x="7187184" y="1188720"/>
            <a:ext cx="1517904" cy="228600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anim-5-13"/>
          <p:cNvSpPr/>
          <p:nvPr/>
        </p:nvSpPr>
        <p:spPr>
          <a:xfrm>
            <a:off x="7671816" y="1371600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anim-5-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4462" y="1514246"/>
            <a:ext cx="263347" cy="263347"/>
          </a:xfrm>
          <a:prstGeom prst="rect">
            <a:avLst/>
          </a:prstGeom>
        </p:spPr>
      </p:pic>
      <p:sp>
        <p:nvSpPr>
          <p:cNvPr id="31" name="anim-5-13"/>
          <p:cNvSpPr txBox="1"/>
          <p:nvPr/>
        </p:nvSpPr>
        <p:spPr>
          <a:xfrm>
            <a:off x="7278624" y="20574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Remote files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32" name="anim-5-13"/>
          <p:cNvSpPr txBox="1"/>
          <p:nvPr/>
        </p:nvSpPr>
        <p:spPr>
          <a:xfrm>
            <a:off x="7296912" y="23774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Use a file hosted on another server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CF3DE"/>
          </a:solidFill>
          <a:ln w="9525">
            <a:solidFill>
              <a:srgbClr val="FCF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3959352"/>
            <a:ext cx="329184" cy="32918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143000" y="370332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98A12"/>
                </a:solidFill>
                <a:latin typeface="Cambria"/>
                <a:ea typeface="Cambria"/>
                <a:cs typeface="Calibri" pitchFamily="34" charset="-120"/>
              </a:rPr>
              <a:t>During development: </a:t>
            </a:r>
            <a:r>
              <a:rPr lang="en-US" sz="12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because the browser caches the .js file, press </a:t>
            </a:r>
            <a:r>
              <a:rPr lang="en-US" sz="12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F5</a:t>
            </a:r>
            <a:r>
              <a:rPr lang="en-US" sz="12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 (hard refresh) to see your latest changes.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3991654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03</a:t>
            </a:r>
            <a:endParaRPr lang="en-US" sz="8000" dirty="0">
              <a:latin typeface="Cambria"/>
              <a:ea typeface="Cambri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Variables and Data Types</a:t>
            </a:r>
            <a:endParaRPr lang="en-US" sz="3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F4466"/>
                </a:solidFill>
                <a:latin typeface="Cambria"/>
                <a:ea typeface="Cambria"/>
                <a:cs typeface="Calibri" pitchFamily="34" charset="-120"/>
              </a:rPr>
              <a:t>Storing values, and the kinds of values JavaScript has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F6485"/>
                </a:solidFill>
                <a:latin typeface="Cambria"/>
                <a:ea typeface="Cambria"/>
                <a:cs typeface="Calibri" pitchFamily="34" charset="-120"/>
              </a:rPr>
              <a:t>12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3F0FA"/>
          </a:solidFill>
          <a:ln>
            <a:solidFill>
              <a:srgbClr val="F3F0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VARIABLES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Variables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13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JavaScript is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loosely typed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: a variable is not bound to one type. The same x can hold 10 and then "ten"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Creating a variable is called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declaring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it;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assigns a value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 declared variable starts with the value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Assigning without a keyword creates an accidental global variable, so always declare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361188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37124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37124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37124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94360" y="394106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undefined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number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"ten"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now a string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188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THREE WAYS TO DECLARE</a:t>
            </a:r>
            <a:endParaRPr lang="en-US" sz="850" dirty="0">
              <a:latin typeface="Cambria"/>
              <a:ea typeface="Cambria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846320" y="1444752"/>
          <a:ext cx="3840480" cy="20574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mbria"/>
                        <a:ea typeface="Cambria"/>
                        <a:cs typeface="Calibri" charset="0"/>
                      </a:endParaRPr>
                    </a:p>
                  </a:txBody>
                  <a:tcPr marL="73152" marR="45720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mbria"/>
                          <a:ea typeface="Cambria"/>
                        </a:rPr>
                        <a:t>Scope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function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block { }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block { }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mbria"/>
                          <a:ea typeface="Cambria"/>
                        </a:rPr>
                        <a:t>Re-declare?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9E6B"/>
                          </a:solidFill>
                          <a:latin typeface="Cambria"/>
                          <a:ea typeface="Cambria"/>
                        </a:rPr>
                        <a:t>Yes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64545"/>
                          </a:solidFill>
                          <a:latin typeface="Cambria"/>
                          <a:ea typeface="Cambria"/>
                        </a:rPr>
                        <a:t>No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64545"/>
                          </a:solidFill>
                          <a:latin typeface="Cambria"/>
                          <a:ea typeface="Cambria"/>
                        </a:rPr>
                        <a:t>No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mbria"/>
                          <a:ea typeface="Cambria"/>
                        </a:rPr>
                        <a:t>Re-assign?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9E6B"/>
                          </a:solidFill>
                          <a:latin typeface="Cambria"/>
                          <a:ea typeface="Cambria"/>
                        </a:rPr>
                        <a:t>Yes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9E6B"/>
                          </a:solidFill>
                          <a:latin typeface="Cambria"/>
                          <a:ea typeface="Cambria"/>
                        </a:rPr>
                        <a:t>Yes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64545"/>
                          </a:solidFill>
                          <a:latin typeface="Cambria"/>
                          <a:ea typeface="Cambria"/>
                        </a:rPr>
                        <a:t>No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mbria"/>
                          <a:ea typeface="Cambria"/>
                        </a:rPr>
                        <a:t>Use it for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old code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values that change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values that stay fixed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4846320" y="3611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The original course examples use var. Prefer let and const in new code.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846320" y="4023360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983480" y="41239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129784" y="41239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276088" y="41239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4983480" y="4352544"/>
            <a:ext cx="3566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university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"AIUB"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9111138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VARIABLES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Naming rules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14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Every variable needs a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unique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name, called an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identifier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Names can contain letters, digits, underscore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, and dollar sign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Names must begin with a letter,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, or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, never a digit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Names are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case sensitive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: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and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are different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Reserved keywords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such as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or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cannot be names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Strings go in double or single quotes; numbers have no quotes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257800" y="1188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2E9E6B"/>
                </a:solidFill>
                <a:latin typeface="Cambria"/>
                <a:ea typeface="Cambria"/>
                <a:cs typeface="Calibri" pitchFamily="34" charset="-120"/>
              </a:rPr>
              <a:t>VALID</a:t>
            </a:r>
            <a:endParaRPr lang="en-US" sz="850" dirty="0">
              <a:latin typeface="Cambria"/>
              <a:ea typeface="Cambria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536192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532120" y="14630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5532120" y="1463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993392"/>
            <a:ext cx="201168" cy="20116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532120" y="19202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 txBox="1"/>
          <p:nvPr/>
        </p:nvSpPr>
        <p:spPr>
          <a:xfrm>
            <a:off x="5532120" y="19202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_count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450592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532120" y="23774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 txBox="1"/>
          <p:nvPr/>
        </p:nvSpPr>
        <p:spPr>
          <a:xfrm>
            <a:off x="5532120" y="23774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$price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907792"/>
            <a:ext cx="201168" cy="20116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532120" y="28346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 txBox="1"/>
          <p:nvPr/>
        </p:nvSpPr>
        <p:spPr>
          <a:xfrm>
            <a:off x="5532120" y="2834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total2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6903720" y="1188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D64545"/>
                </a:solidFill>
                <a:latin typeface="Cambria"/>
                <a:ea typeface="Cambria"/>
                <a:cs typeface="Calibri" pitchFamily="34" charset="-120"/>
              </a:rPr>
              <a:t>INVALID</a:t>
            </a:r>
            <a:endParaRPr lang="en-US" sz="850" dirty="0">
              <a:latin typeface="Cambria"/>
              <a:ea typeface="Cambria"/>
            </a:endParaRPr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536192"/>
            <a:ext cx="201168" cy="20116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178040" y="146304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7"/>
          <p:cNvSpPr txBox="1"/>
          <p:nvPr/>
        </p:nvSpPr>
        <p:spPr>
          <a:xfrm>
            <a:off x="7178040" y="14630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2cool</a:t>
            </a:r>
            <a:endParaRPr lang="en-US" sz="11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993392"/>
            <a:ext cx="201168" cy="201168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7178040" y="192024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19"/>
          <p:cNvSpPr txBox="1"/>
          <p:nvPr/>
        </p:nvSpPr>
        <p:spPr>
          <a:xfrm>
            <a:off x="7178040" y="1920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my-name</a:t>
            </a:r>
            <a:endParaRPr lang="en-US" sz="11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2450592"/>
            <a:ext cx="201168" cy="201168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7178040" y="237744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1"/>
          <p:cNvSpPr txBox="1"/>
          <p:nvPr/>
        </p:nvSpPr>
        <p:spPr>
          <a:xfrm>
            <a:off x="7178040" y="23774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1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2907792"/>
            <a:ext cx="201168" cy="201168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7178040" y="283464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3"/>
          <p:cNvSpPr txBox="1"/>
          <p:nvPr/>
        </p:nvSpPr>
        <p:spPr>
          <a:xfrm>
            <a:off x="7178040" y="2834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name</a:t>
            </a:r>
            <a:endParaRPr lang="en-US" sz="1100" dirty="0"/>
          </a:p>
        </p:txBody>
      </p:sp>
      <p:sp>
        <p:nvSpPr>
          <p:cNvPr id="35" name="Shape 24"/>
          <p:cNvSpPr/>
          <p:nvPr/>
        </p:nvSpPr>
        <p:spPr>
          <a:xfrm>
            <a:off x="5257800" y="338328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5"/>
          <p:cNvSpPr txBox="1"/>
          <p:nvPr/>
        </p:nvSpPr>
        <p:spPr>
          <a:xfrm>
            <a:off x="5413248" y="34564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Why each one fails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37" name="Text 26"/>
          <p:cNvSpPr txBox="1"/>
          <p:nvPr/>
        </p:nvSpPr>
        <p:spPr>
          <a:xfrm>
            <a:off x="5413248" y="3703320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2cool: starts with a digit</a:t>
            </a:r>
            <a:endParaRPr lang="en-US" sz="1000" dirty="0">
              <a:latin typeface="Cambria"/>
              <a:ea typeface="Cambria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my-name: hyphen not allowed</a:t>
            </a:r>
            <a:endParaRPr lang="en-US" sz="1000" dirty="0">
              <a:latin typeface="Cambria"/>
              <a:ea typeface="Cambria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let: reserved word</a:t>
            </a:r>
            <a:endParaRPr lang="en-US" sz="1000" dirty="0">
              <a:latin typeface="Cambria"/>
              <a:ea typeface="Cambria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first name: contains a space</a:t>
            </a:r>
            <a:endParaRPr lang="en-US" sz="10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763004233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VARIABLES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Puzzle: what happens on re-declaration?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15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Re-declaring a var does not lose its value. But what if you assign a new value?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457200" y="1554480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Case 1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7200" y="1874520"/>
            <a:ext cx="2624328" cy="1188720"/>
          </a:xfrm>
          <a:prstGeom prst="roundRect">
            <a:avLst>
              <a:gd name="adj" fmla="val 615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" y="19751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40664" y="19751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86968" y="19751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94360" y="2203704"/>
            <a:ext cx="2350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"AIUB"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154680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What is printed?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16" name="anim-1-18"/>
          <p:cNvSpPr/>
          <p:nvPr/>
        </p:nvSpPr>
        <p:spPr>
          <a:xfrm>
            <a:off x="457200" y="3429000"/>
            <a:ext cx="2624328" cy="1143000"/>
          </a:xfrm>
          <a:prstGeom prst="roundRect">
            <a:avLst>
              <a:gd name="adj" fmla="val 6400"/>
            </a:avLst>
          </a:prstGeom>
          <a:solidFill>
            <a:srgbClr val="E6F5EE"/>
          </a:solidFill>
          <a:ln w="9525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im-1-18"/>
          <p:cNvSpPr txBox="1"/>
          <p:nvPr/>
        </p:nvSpPr>
        <p:spPr>
          <a:xfrm>
            <a:off x="594360" y="35021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"AIUB"</a:t>
            </a:r>
            <a:endParaRPr lang="en-US" sz="1800" dirty="0"/>
          </a:p>
        </p:txBody>
      </p:sp>
      <p:sp>
        <p:nvSpPr>
          <p:cNvPr id="18" name="anim-1-18"/>
          <p:cNvSpPr txBox="1"/>
          <p:nvPr/>
        </p:nvSpPr>
        <p:spPr>
          <a:xfrm>
            <a:off x="594360" y="39319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A bare re-declaration keeps the old value.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3264408" y="1554480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Case 2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264408" y="1874520"/>
            <a:ext cx="2624328" cy="1188720"/>
          </a:xfrm>
          <a:prstGeom prst="roundRect">
            <a:avLst>
              <a:gd name="adj" fmla="val 615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401568" y="19751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547872" y="19751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694176" y="19751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3401568" y="2203704"/>
            <a:ext cx="2350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"AIUB"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"BUET"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3264408" y="3154680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What is printed?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6" name="anim-2-19"/>
          <p:cNvSpPr/>
          <p:nvPr/>
        </p:nvSpPr>
        <p:spPr>
          <a:xfrm>
            <a:off x="3264408" y="3429000"/>
            <a:ext cx="2624328" cy="1143000"/>
          </a:xfrm>
          <a:prstGeom prst="roundRect">
            <a:avLst>
              <a:gd name="adj" fmla="val 6400"/>
            </a:avLst>
          </a:prstGeom>
          <a:solidFill>
            <a:srgbClr val="E6F5EE"/>
          </a:solidFill>
          <a:ln w="9525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nim-2-19"/>
          <p:cNvSpPr txBox="1"/>
          <p:nvPr/>
        </p:nvSpPr>
        <p:spPr>
          <a:xfrm>
            <a:off x="3401568" y="35021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"BUET"</a:t>
            </a:r>
            <a:endParaRPr lang="en-US" sz="1800" dirty="0"/>
          </a:p>
        </p:txBody>
      </p:sp>
      <p:sp>
        <p:nvSpPr>
          <p:cNvPr id="28" name="anim-2-19"/>
          <p:cNvSpPr txBox="1"/>
          <p:nvPr/>
        </p:nvSpPr>
        <p:spPr>
          <a:xfrm>
            <a:off x="3401568" y="39319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The new assignment replaces the value.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6071616" y="1554480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Case 3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071616" y="1874520"/>
            <a:ext cx="2624328" cy="1188720"/>
          </a:xfrm>
          <a:prstGeom prst="roundRect">
            <a:avLst>
              <a:gd name="adj" fmla="val 615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208776" y="19751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355080" y="19751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501384" y="19751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6208776" y="2203704"/>
            <a:ext cx="2350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"AIUB"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"BUET"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071616" y="3154680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What is printed?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36" name="anim-3-20"/>
          <p:cNvSpPr/>
          <p:nvPr/>
        </p:nvSpPr>
        <p:spPr>
          <a:xfrm>
            <a:off x="6071616" y="3429000"/>
            <a:ext cx="2624328" cy="1143000"/>
          </a:xfrm>
          <a:prstGeom prst="roundRect">
            <a:avLst>
              <a:gd name="adj" fmla="val 6400"/>
            </a:avLst>
          </a:prstGeom>
          <a:solidFill>
            <a:srgbClr val="FBEAEA"/>
          </a:solidFill>
          <a:ln w="9525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anim-3-20"/>
          <p:cNvSpPr txBox="1"/>
          <p:nvPr/>
        </p:nvSpPr>
        <p:spPr>
          <a:xfrm>
            <a:off x="6208776" y="35021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</a:t>
            </a:r>
            <a:endParaRPr lang="en-US" sz="1800" dirty="0"/>
          </a:p>
        </p:txBody>
      </p:sp>
      <p:sp>
        <p:nvSpPr>
          <p:cNvPr id="38" name="anim-3-20"/>
          <p:cNvSpPr txBox="1"/>
          <p:nvPr/>
        </p:nvSpPr>
        <p:spPr>
          <a:xfrm>
            <a:off x="6208776" y="39319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let refuses to be declared twice in one scope.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39" name="Text 36"/>
          <p:cNvSpPr txBox="1"/>
          <p:nvPr/>
        </p:nvSpPr>
        <p:spPr>
          <a:xfrm>
            <a:off x="457200" y="45902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Let the class guess, then click to reveal each answer.</a:t>
            </a:r>
            <a:endParaRPr lang="en-US" sz="10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5965625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6" grpId="0" animBg="1"/>
      <p:bldP spid="27" grpId="0" animBg="1"/>
      <p:bldP spid="28" grpId="0" animBg="1"/>
      <p:bldP spid="36" grpId="0" animBg="1"/>
      <p:bldP spid="37" grpId="0" animBg="1"/>
      <p:bldP spid="3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DATA TYPES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JavaScript data types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16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JavaScript has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dynamic types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: the type belongs to the value, not the variable. There are seven primitive types and one complex type.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457200" y="1691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PRIMITIVE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7200" y="1938528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20116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String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548640" y="23225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"AIUB"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920240" y="1938528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2011680" y="20116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Number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2011680" y="23225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383280" y="1938528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3474720" y="20116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Boolean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3474720" y="23225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/ false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846320" y="1938528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937760" y="20116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Undefined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4937760" y="23225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2807208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48640" y="2880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Null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548640" y="31912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1920240" y="2807208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7F8FB"/>
          </a:solidFill>
          <a:ln w="9525">
            <a:solidFill>
              <a:srgbClr val="F7F8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2011680" y="2880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BigInt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2011680" y="31912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9007199254740993n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3383280" y="2807208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7F8FB"/>
          </a:solidFill>
          <a:ln w="9525">
            <a:solidFill>
              <a:srgbClr val="F7F8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3474720" y="2880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Symbol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3474720" y="31912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Symbol("id")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4846320" y="2788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COMPLEX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4846320" y="2807208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663399"/>
          </a:solidFill>
          <a:ln w="9525">
            <a:solidFill>
              <a:srgbClr val="66339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4937760" y="2880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Object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34" name="Text 31"/>
          <p:cNvSpPr txBox="1"/>
          <p:nvPr/>
        </p:nvSpPr>
        <p:spPr>
          <a:xfrm>
            <a:off x="4937760" y="3172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3D9F4"/>
                </a:solidFill>
                <a:latin typeface="Cambria"/>
                <a:ea typeface="Cambria"/>
                <a:cs typeface="Calibri" pitchFamily="34" charset="-120"/>
              </a:rPr>
              <a:t>arrays, functions</a:t>
            </a:r>
            <a:endParaRPr lang="en-US" sz="950" dirty="0">
              <a:latin typeface="Cambria"/>
              <a:ea typeface="Cambria"/>
            </a:endParaRPr>
          </a:p>
        </p:txBody>
      </p:sp>
      <p:sp>
        <p:nvSpPr>
          <p:cNvPr id="35" name="Text 32"/>
          <p:cNvSpPr txBox="1"/>
          <p:nvPr/>
        </p:nvSpPr>
        <p:spPr>
          <a:xfrm>
            <a:off x="457200" y="365760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BigInt and Symbol are newer; you will rarely need them in this course.</a:t>
            </a:r>
            <a:endParaRPr lang="en-US" sz="1000" dirty="0">
              <a:latin typeface="Cambria"/>
              <a:ea typeface="Cambria"/>
            </a:endParaRPr>
          </a:p>
        </p:txBody>
      </p:sp>
      <p:graphicFrame>
        <p:nvGraphicFramePr>
          <p:cNvPr id="36" name="Table 0"/>
          <p:cNvGraphicFramePr>
            <a:graphicFrameLocks noGrp="1"/>
          </p:cNvGraphicFramePr>
          <p:nvPr/>
        </p:nvGraphicFramePr>
        <p:xfrm>
          <a:off x="6355080" y="1691640"/>
          <a:ext cx="2331720" cy="263347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Expression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54864" marR="36576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typeof gives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54864" marR="36576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typeof 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36576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"number"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36576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typeof "5"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36576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"string"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36576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typeof true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36576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"boolean"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36576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typeof undefined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36576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"undefined"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36576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typeof null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36576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645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"object" (quirk)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36576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typeof [1, 2]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36576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"object"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36576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typeof alert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36576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"function"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36576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408974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DATA TYPES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Numbers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17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JavaScript has one number type: numbers can be written with or without decimals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Always stored as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64-bit floating point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Integers are accurate up to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15 digits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Floating-point arithmetic is not always exact, so multiply and divide to fix it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Arithmetic on a non-numeric string gives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(Not a Number)</a:t>
            </a:r>
            <a:endParaRPr lang="en-US" sz="1250" dirty="0"/>
          </a:p>
        </p:txBody>
      </p:sp>
      <p:sp>
        <p:nvSpPr>
          <p:cNvPr id="9" name="btn">
            <a:hlinkClick r:id="rId4"/>
          </p:cNvPr>
          <p:cNvSpPr/>
          <p:nvPr/>
        </p:nvSpPr>
        <p:spPr>
          <a:xfrm>
            <a:off x="457200" y="416052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Must read: JS Numbers  ↗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9204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3834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18464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892040" y="1517904"/>
            <a:ext cx="36576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5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 decimals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05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without decimals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0.30000000000000004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0.3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"Apple"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NaN</a:t>
            </a:r>
            <a:endParaRPr lang="en-US" sz="1050" dirty="0"/>
          </a:p>
        </p:txBody>
      </p:sp>
      <p:sp>
        <p:nvSpPr>
          <p:cNvPr id="15" name="anim-1-21"/>
          <p:cNvSpPr/>
          <p:nvPr/>
        </p:nvSpPr>
        <p:spPr>
          <a:xfrm>
            <a:off x="4754880" y="3291840"/>
            <a:ext cx="1243584" cy="1280160"/>
          </a:xfrm>
          <a:prstGeom prst="roundRect">
            <a:avLst>
              <a:gd name="adj" fmla="val 5882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nim-1-21"/>
          <p:cNvSpPr txBox="1"/>
          <p:nvPr/>
        </p:nvSpPr>
        <p:spPr>
          <a:xfrm>
            <a:off x="4754880" y="3383280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64-bit</a:t>
            </a:r>
            <a:endParaRPr lang="en-US" sz="2400" dirty="0">
              <a:latin typeface="Cambria"/>
              <a:ea typeface="Cambria"/>
            </a:endParaRPr>
          </a:p>
        </p:txBody>
      </p:sp>
      <p:sp>
        <p:nvSpPr>
          <p:cNvPr id="17" name="anim-1-21"/>
          <p:cNvSpPr txBox="1"/>
          <p:nvPr/>
        </p:nvSpPr>
        <p:spPr>
          <a:xfrm>
            <a:off x="4828032" y="3977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floating point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8" name="anim-2-22"/>
          <p:cNvSpPr/>
          <p:nvPr/>
        </p:nvSpPr>
        <p:spPr>
          <a:xfrm>
            <a:off x="6099048" y="3291840"/>
            <a:ext cx="1243584" cy="1280160"/>
          </a:xfrm>
          <a:prstGeom prst="roundRect">
            <a:avLst>
              <a:gd name="adj" fmla="val 5882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nim-2-22"/>
          <p:cNvSpPr txBox="1"/>
          <p:nvPr/>
        </p:nvSpPr>
        <p:spPr>
          <a:xfrm>
            <a:off x="6099048" y="3383280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15</a:t>
            </a:r>
            <a:endParaRPr lang="en-US" sz="2400" dirty="0">
              <a:latin typeface="Cambria"/>
              <a:ea typeface="Cambria"/>
            </a:endParaRPr>
          </a:p>
        </p:txBody>
      </p:sp>
      <p:sp>
        <p:nvSpPr>
          <p:cNvPr id="20" name="anim-2-22"/>
          <p:cNvSpPr txBox="1"/>
          <p:nvPr/>
        </p:nvSpPr>
        <p:spPr>
          <a:xfrm>
            <a:off x="6172200" y="3977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digits of integer precision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21" name="anim-3-23"/>
          <p:cNvSpPr/>
          <p:nvPr/>
        </p:nvSpPr>
        <p:spPr>
          <a:xfrm>
            <a:off x="7443216" y="3291840"/>
            <a:ext cx="1243584" cy="1280160"/>
          </a:xfrm>
          <a:prstGeom prst="roundRect">
            <a:avLst>
              <a:gd name="adj" fmla="val 5882"/>
            </a:avLst>
          </a:prstGeom>
          <a:solidFill>
            <a:srgbClr val="FCF3DE"/>
          </a:solidFill>
          <a:ln w="9525">
            <a:solidFill>
              <a:srgbClr val="FCF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nim-3-23"/>
          <p:cNvSpPr txBox="1"/>
          <p:nvPr/>
        </p:nvSpPr>
        <p:spPr>
          <a:xfrm>
            <a:off x="7443216" y="3383280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 + 0.2</a:t>
            </a:r>
            <a:endParaRPr lang="en-US" sz="1600" dirty="0"/>
          </a:p>
        </p:txBody>
      </p:sp>
      <p:sp>
        <p:nvSpPr>
          <p:cNvPr id="23" name="anim-3-23"/>
          <p:cNvSpPr txBox="1"/>
          <p:nvPr/>
        </p:nvSpPr>
        <p:spPr>
          <a:xfrm>
            <a:off x="7516368" y="3977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≠ 0.3</a:t>
            </a:r>
            <a:endParaRPr lang="en-US" sz="10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4585305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DATA TYPES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Strings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18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Strings store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text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, in double or single quotes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To show quotes inside a string, use the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other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kind outside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 string behaves like an object, so it has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properties and methods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, reached with the dot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operator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301752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31181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31181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31181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94360" y="3346704"/>
            <a:ext cx="3749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carName1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"Volvo"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double quotes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carName2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'Volvo'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single quotes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 name is 'Jon'"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'My name is "Jon"'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4" name="btn">
            <a:hlinkClick r:id="rId4"/>
          </p:cNvPr>
          <p:cNvSpPr/>
          <p:nvPr/>
        </p:nvSpPr>
        <p:spPr>
          <a:xfrm>
            <a:off x="457200" y="425196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Must read: String methods  ↗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4754880" y="11887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TRY THESE ON  let txt = "ABCDEFGHIJKLMNOPQRSTUVWXYZ";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754880" y="1463040"/>
            <a:ext cx="2240280" cy="502920"/>
          </a:xfrm>
          <a:prstGeom prst="roundRect">
            <a:avLst>
              <a:gd name="adj" fmla="val 909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4846320" y="1463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txt.length</a:t>
            </a:r>
            <a:endParaRPr lang="en-US" sz="1050" dirty="0"/>
          </a:p>
        </p:txBody>
      </p:sp>
      <p:sp>
        <p:nvSpPr>
          <p:cNvPr id="18" name="anim-1-24"/>
          <p:cNvSpPr txBox="1"/>
          <p:nvPr/>
        </p:nvSpPr>
        <p:spPr>
          <a:xfrm>
            <a:off x="6995160" y="14630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→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9" name="anim-1-24"/>
          <p:cNvSpPr/>
          <p:nvPr/>
        </p:nvSpPr>
        <p:spPr>
          <a:xfrm>
            <a:off x="7315200" y="146304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nim-1-24"/>
          <p:cNvSpPr txBox="1"/>
          <p:nvPr/>
        </p:nvSpPr>
        <p:spPr>
          <a:xfrm>
            <a:off x="7360920" y="14630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54880" y="2084832"/>
            <a:ext cx="2240280" cy="502920"/>
          </a:xfrm>
          <a:prstGeom prst="roundRect">
            <a:avLst>
              <a:gd name="adj" fmla="val 909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4846320" y="20848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txt.toLowerCase()</a:t>
            </a:r>
            <a:endParaRPr lang="en-US" sz="1050" dirty="0"/>
          </a:p>
        </p:txBody>
      </p:sp>
      <p:sp>
        <p:nvSpPr>
          <p:cNvPr id="23" name="anim-2-25"/>
          <p:cNvSpPr txBox="1"/>
          <p:nvPr/>
        </p:nvSpPr>
        <p:spPr>
          <a:xfrm>
            <a:off x="6995160" y="208483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→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24" name="anim-2-25"/>
          <p:cNvSpPr/>
          <p:nvPr/>
        </p:nvSpPr>
        <p:spPr>
          <a:xfrm>
            <a:off x="7315200" y="2084832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nim-2-25"/>
          <p:cNvSpPr txBox="1"/>
          <p:nvPr/>
        </p:nvSpPr>
        <p:spPr>
          <a:xfrm>
            <a:off x="7360920" y="20848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"abcdef...xyz"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754880" y="2706624"/>
            <a:ext cx="2240280" cy="502920"/>
          </a:xfrm>
          <a:prstGeom prst="roundRect">
            <a:avLst>
              <a:gd name="adj" fmla="val 909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846320" y="270662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txt.slice(0, 3)</a:t>
            </a:r>
            <a:endParaRPr lang="en-US" sz="1050" dirty="0"/>
          </a:p>
        </p:txBody>
      </p:sp>
      <p:sp>
        <p:nvSpPr>
          <p:cNvPr id="28" name="anim-3-26"/>
          <p:cNvSpPr txBox="1"/>
          <p:nvPr/>
        </p:nvSpPr>
        <p:spPr>
          <a:xfrm>
            <a:off x="6995160" y="2706624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→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29" name="anim-3-26"/>
          <p:cNvSpPr/>
          <p:nvPr/>
        </p:nvSpPr>
        <p:spPr>
          <a:xfrm>
            <a:off x="7315200" y="2706624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anim-3-26"/>
          <p:cNvSpPr txBox="1"/>
          <p:nvPr/>
        </p:nvSpPr>
        <p:spPr>
          <a:xfrm>
            <a:off x="7360920" y="270662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"ABC"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754880" y="3328416"/>
            <a:ext cx="2240280" cy="502920"/>
          </a:xfrm>
          <a:prstGeom prst="roundRect">
            <a:avLst>
              <a:gd name="adj" fmla="val 909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4846320" y="33284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txt.indexOf("D")</a:t>
            </a:r>
            <a:endParaRPr lang="en-US" sz="1050" dirty="0"/>
          </a:p>
        </p:txBody>
      </p:sp>
      <p:sp>
        <p:nvSpPr>
          <p:cNvPr id="33" name="anim-4-27"/>
          <p:cNvSpPr txBox="1"/>
          <p:nvPr/>
        </p:nvSpPr>
        <p:spPr>
          <a:xfrm>
            <a:off x="6995160" y="3328416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→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34" name="anim-4-27"/>
          <p:cNvSpPr/>
          <p:nvPr/>
        </p:nvSpPr>
        <p:spPr>
          <a:xfrm>
            <a:off x="7315200" y="3328416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anim-4-27"/>
          <p:cNvSpPr txBox="1"/>
          <p:nvPr/>
        </p:nvSpPr>
        <p:spPr>
          <a:xfrm>
            <a:off x="7360920" y="3328416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54880" y="3950208"/>
            <a:ext cx="2240280" cy="502920"/>
          </a:xfrm>
          <a:prstGeom prst="roundRect">
            <a:avLst>
              <a:gd name="adj" fmla="val 909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4846320" y="39502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 + "!"</a:t>
            </a:r>
            <a:endParaRPr lang="en-US" sz="1050" dirty="0"/>
          </a:p>
        </p:txBody>
      </p:sp>
      <p:sp>
        <p:nvSpPr>
          <p:cNvPr id="38" name="anim-5-28"/>
          <p:cNvSpPr txBox="1"/>
          <p:nvPr/>
        </p:nvSpPr>
        <p:spPr>
          <a:xfrm>
            <a:off x="6995160" y="3950208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→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39" name="anim-5-28"/>
          <p:cNvSpPr/>
          <p:nvPr/>
        </p:nvSpPr>
        <p:spPr>
          <a:xfrm>
            <a:off x="7315200" y="3950208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anim-5-28"/>
          <p:cNvSpPr txBox="1"/>
          <p:nvPr/>
        </p:nvSpPr>
        <p:spPr>
          <a:xfrm>
            <a:off x="7360920" y="395020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"ABC...XYZ!"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9792253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3" grpId="0" animBg="1"/>
      <p:bldP spid="24" grpId="0" animBg="1"/>
      <p:bldP spid="25" grpId="0" animBg="1"/>
      <p:bldP spid="28" grpId="0" animBg="1"/>
      <p:bldP spid="29" grpId="0" animBg="1"/>
      <p:bldP spid="30" grpId="0" animBg="1"/>
      <p:bldP spid="33" grpId="0" animBg="1"/>
      <p:bldP spid="34" grpId="0" animBg="1"/>
      <p:bldP spid="35" grpId="0" animBg="1"/>
      <p:bldP spid="38" grpId="0" animBg="1"/>
      <p:bldP spid="39" grpId="0" animBg="1"/>
      <p:bldP spid="4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DATA TYPES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null vs undefined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19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Both mean "nothing". They are equal in value but different in type.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155448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40080" y="1664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1031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 variable that is declared but never given a value is undefined automatically. You can also set it explicitly.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40080" y="283464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77240" y="293522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923544" y="293522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069848" y="293522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77240" y="3163824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60"/>
              </a:lnSpc>
              <a:buNone/>
            </a:pP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8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8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>
              <a:latin typeface="Cambria"/>
              <a:ea typeface="Cambria"/>
            </a:endParaRPr>
          </a:p>
          <a:p>
            <a:pPr marL="0" indent="0">
              <a:lnSpc>
                <a:spcPts val="960"/>
              </a:lnSpc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8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8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8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8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8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undefined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709160" y="155448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892040" y="1664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4892040" y="21031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null must be assigned on purpose by the programmer. It means "intentionally empty".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892040" y="283464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029200" y="293522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175504" y="293522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321808" y="293522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5029200" y="3163824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60"/>
              </a:lnSpc>
              <a:buNone/>
            </a:pP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8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8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8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>
              <a:latin typeface="Cambria"/>
              <a:ea typeface="Cambria"/>
            </a:endParaRPr>
          </a:p>
          <a:p>
            <a:pPr marL="0" indent="0">
              <a:lnSpc>
                <a:spcPts val="960"/>
              </a:lnSpc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8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8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8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8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8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null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840480"/>
            <a:ext cx="2560320" cy="6858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457200" y="3840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 == undefined</a:t>
            </a:r>
            <a:endParaRPr lang="en-US" sz="1300" dirty="0"/>
          </a:p>
        </p:txBody>
      </p:sp>
      <p:sp>
        <p:nvSpPr>
          <p:cNvPr id="27" name="anim-1-29"/>
          <p:cNvSpPr txBox="1"/>
          <p:nvPr/>
        </p:nvSpPr>
        <p:spPr>
          <a:xfrm>
            <a:off x="3154680" y="38404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800" dirty="0">
              <a:latin typeface="Cambria"/>
              <a:ea typeface="Cambria"/>
            </a:endParaRPr>
          </a:p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same value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4709160" y="3840480"/>
            <a:ext cx="2560320" cy="6858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4709160" y="3840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 === undefined</a:t>
            </a:r>
            <a:endParaRPr lang="en-US" sz="1300" dirty="0"/>
          </a:p>
        </p:txBody>
      </p:sp>
      <p:sp>
        <p:nvSpPr>
          <p:cNvPr id="30" name="anim-2-30"/>
          <p:cNvSpPr txBox="1"/>
          <p:nvPr/>
        </p:nvSpPr>
        <p:spPr>
          <a:xfrm>
            <a:off x="7406640" y="38404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800" dirty="0">
              <a:latin typeface="Cambria"/>
              <a:ea typeface="Cambria"/>
            </a:endParaRPr>
          </a:p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different types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6181916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CHECK YOUR UNDERSTANDING · QUIZ 1</a:t>
            </a:r>
            <a:endParaRPr lang="en-US" sz="900" dirty="0">
              <a:latin typeface="Cambria"/>
              <a:ea typeface="Cambria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20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70957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502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What does JavaScript give for 0.2 + 0.1?</a:t>
            </a:r>
            <a:endParaRPr lang="en-US" sz="2100" dirty="0">
              <a:latin typeface="Cambria"/>
              <a:ea typeface="Cambria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1188720" y="1389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Click an answer to check it.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1" name="btn">
            <a:hlinkClick r:id="" action="ppaction://noaction"/>
          </p:cNvPr>
          <p:cNvSpPr/>
          <p:nvPr/>
        </p:nvSpPr>
        <p:spPr>
          <a:xfrm>
            <a:off x="45720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0.3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65836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A</a:t>
            </a:r>
            <a:endParaRPr lang="en-US" sz="1500" dirty="0">
              <a:latin typeface="Cambria"/>
              <a:ea typeface="Cambria"/>
            </a:endParaRPr>
          </a:p>
        </p:txBody>
      </p:sp>
      <p:sp>
        <p:nvSpPr>
          <p:cNvPr id="13" name="btn">
            <a:hlinkClick r:id="" action="ppaction://noaction"/>
          </p:cNvPr>
          <p:cNvSpPr/>
          <p:nvPr/>
        </p:nvSpPr>
        <p:spPr>
          <a:xfrm>
            <a:off x="466344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0.30000000000000004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86460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B</a:t>
            </a:r>
            <a:endParaRPr lang="en-US" sz="1500" dirty="0">
              <a:latin typeface="Cambria"/>
              <a:ea typeface="Cambria"/>
            </a:endParaRPr>
          </a:p>
        </p:txBody>
      </p:sp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45720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NaN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6" name="btn">
            <a:hlinkClick r:id="" action="ppaction://noaction"/>
          </p:cNvPr>
          <p:cNvSpPr/>
          <p:nvPr/>
        </p:nvSpPr>
        <p:spPr>
          <a:xfrm>
            <a:off x="65836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C</a:t>
            </a:r>
            <a:endParaRPr lang="en-US" sz="1500" dirty="0">
              <a:latin typeface="Cambria"/>
              <a:ea typeface="Cambria"/>
            </a:endParaRPr>
          </a:p>
        </p:txBody>
      </p:sp>
      <p:sp>
        <p:nvSpPr>
          <p:cNvPr id="17" name="btn">
            <a:hlinkClick r:id="" action="ppaction://noaction"/>
          </p:cNvPr>
          <p:cNvSpPr/>
          <p:nvPr/>
        </p:nvSpPr>
        <p:spPr>
          <a:xfrm>
            <a:off x="466344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An error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86460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D</a:t>
            </a:r>
            <a:endParaRPr lang="en-US" sz="15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224627375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04</a:t>
            </a:r>
            <a:endParaRPr lang="en-US" sz="8000" dirty="0">
              <a:latin typeface="Cambria"/>
              <a:ea typeface="Cambri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Syntax, Statements, and Output</a:t>
            </a:r>
            <a:endParaRPr lang="en-US" sz="3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F4466"/>
                </a:solidFill>
                <a:latin typeface="Cambria"/>
                <a:ea typeface="Cambria"/>
                <a:cs typeface="Calibri" pitchFamily="34" charset="-120"/>
              </a:rPr>
              <a:t>How JavaScript code is written, and how it shows results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F6485"/>
                </a:solidFill>
                <a:latin typeface="Cambria"/>
                <a:ea typeface="Cambria"/>
                <a:cs typeface="Calibri" pitchFamily="34" charset="-120"/>
              </a:rPr>
              <a:t>21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3F0FA"/>
          </a:solidFill>
          <a:ln>
            <a:solidFill>
              <a:srgbClr val="F3F0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SYNTAX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Values, statements, and expressions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22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308610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2600" dirty="0"/>
          </a:p>
        </p:txBody>
      </p:sp>
      <p:sp>
        <p:nvSpPr>
          <p:cNvPr id="9" name="anim-1-31"/>
          <p:cNvSpPr/>
          <p:nvPr/>
        </p:nvSpPr>
        <p:spPr>
          <a:xfrm>
            <a:off x="3113532" y="1783080"/>
            <a:ext cx="539496" cy="914"/>
          </a:xfrm>
          <a:prstGeom prst="line">
            <a:avLst/>
          </a:prstGeom>
          <a:noFill/>
          <a:ln w="3175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nim-1-31"/>
          <p:cNvSpPr txBox="1"/>
          <p:nvPr/>
        </p:nvSpPr>
        <p:spPr>
          <a:xfrm>
            <a:off x="2834640" y="1847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variable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368046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274820" y="1188720"/>
            <a:ext cx="24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2600" dirty="0"/>
          </a:p>
        </p:txBody>
      </p:sp>
      <p:sp>
        <p:nvSpPr>
          <p:cNvPr id="13" name="anim-1-32"/>
          <p:cNvSpPr/>
          <p:nvPr/>
        </p:nvSpPr>
        <p:spPr>
          <a:xfrm>
            <a:off x="4302252" y="1783080"/>
            <a:ext cx="143256" cy="914"/>
          </a:xfrm>
          <a:prstGeom prst="line">
            <a:avLst/>
          </a:prstGeom>
          <a:noFill/>
          <a:ln w="3175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nim-1-32"/>
          <p:cNvSpPr txBox="1"/>
          <p:nvPr/>
        </p:nvSpPr>
        <p:spPr>
          <a:xfrm>
            <a:off x="3825240" y="1847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variable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447294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5067300" y="1188720"/>
            <a:ext cx="24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2600" dirty="0"/>
          </a:p>
        </p:txBody>
      </p:sp>
      <p:sp>
        <p:nvSpPr>
          <p:cNvPr id="17" name="anim-1-33"/>
          <p:cNvSpPr/>
          <p:nvPr/>
        </p:nvSpPr>
        <p:spPr>
          <a:xfrm>
            <a:off x="5094732" y="1783080"/>
            <a:ext cx="143256" cy="914"/>
          </a:xfrm>
          <a:prstGeom prst="line">
            <a:avLst/>
          </a:prstGeom>
          <a:noFill/>
          <a:ln w="3175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nim-1-33"/>
          <p:cNvSpPr txBox="1"/>
          <p:nvPr/>
        </p:nvSpPr>
        <p:spPr>
          <a:xfrm>
            <a:off x="4617720" y="1847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variable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526542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5859780" y="1188720"/>
            <a:ext cx="24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600" dirty="0"/>
          </a:p>
        </p:txBody>
      </p:sp>
      <p:sp>
        <p:nvSpPr>
          <p:cNvPr id="21" name="anim-2-34"/>
          <p:cNvSpPr/>
          <p:nvPr/>
        </p:nvSpPr>
        <p:spPr>
          <a:xfrm>
            <a:off x="5887212" y="1783080"/>
            <a:ext cx="143256" cy="914"/>
          </a:xfrm>
          <a:prstGeom prst="line">
            <a:avLst/>
          </a:prstGeom>
          <a:noFill/>
          <a:ln w="31750">
            <a:solidFill>
              <a:srgbClr val="C98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nim-2-34"/>
          <p:cNvSpPr txBox="1"/>
          <p:nvPr/>
        </p:nvSpPr>
        <p:spPr>
          <a:xfrm>
            <a:off x="5410200" y="1847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8A12"/>
                </a:solidFill>
                <a:latin typeface="Cambria"/>
                <a:ea typeface="Cambria"/>
                <a:cs typeface="Calibri" pitchFamily="34" charset="-120"/>
              </a:rPr>
              <a:t>literal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Fixed values are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literals</a:t>
            </a:r>
            <a:r>
              <a:rPr lang="en-US" sz="11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; named values are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variables</a:t>
            </a:r>
            <a:r>
              <a:rPr lang="en-US" sz="11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. Click to label them.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57200" y="260604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621792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Statement</a:t>
            </a:r>
            <a:endParaRPr lang="en-US" sz="1350" dirty="0">
              <a:latin typeface="Cambria"/>
              <a:ea typeface="Cambria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621792" y="29900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Each instruction is a statement, ended with a semicolon.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66928" y="3611880"/>
            <a:ext cx="2404872" cy="822960"/>
          </a:xfrm>
          <a:prstGeom prst="roundRect">
            <a:avLst>
              <a:gd name="adj" fmla="val 88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704088" y="37124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50392" y="37124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996696" y="37124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704088" y="394106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10.5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264408" y="260604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342900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White space</a:t>
            </a:r>
            <a:endParaRPr lang="en-US" sz="1350" dirty="0">
              <a:latin typeface="Cambria"/>
              <a:ea typeface="Cambria"/>
            </a:endParaRPr>
          </a:p>
        </p:txBody>
      </p:sp>
      <p:sp>
        <p:nvSpPr>
          <p:cNvPr id="34" name="Text 31"/>
          <p:cNvSpPr txBox="1"/>
          <p:nvPr/>
        </p:nvSpPr>
        <p:spPr>
          <a:xfrm>
            <a:off x="3429000" y="29900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Extra spaces are ignored, so use them for readability.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374136" y="3611880"/>
            <a:ext cx="2404872" cy="822960"/>
          </a:xfrm>
          <a:prstGeom prst="roundRect">
            <a:avLst>
              <a:gd name="adj" fmla="val 88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3511296" y="37124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3657600" y="37124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3803904" y="37124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3511296" y="394106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8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r>
              <a:rPr lang="en-US" sz="8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"Hege"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50" dirty="0">
              <a:latin typeface="Cambria"/>
              <a:ea typeface="Cambria"/>
            </a:endParaRPr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8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r>
              <a:rPr lang="en-US" sz="8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"Hege"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8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85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same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071616" y="260604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 txBox="1"/>
          <p:nvPr/>
        </p:nvSpPr>
        <p:spPr>
          <a:xfrm>
            <a:off x="6236208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Expression</a:t>
            </a:r>
            <a:endParaRPr lang="en-US" sz="1350" dirty="0">
              <a:latin typeface="Cambria"/>
              <a:ea typeface="Cambria"/>
            </a:endParaRPr>
          </a:p>
        </p:txBody>
      </p:sp>
      <p:sp>
        <p:nvSpPr>
          <p:cNvPr id="42" name="Text 39"/>
          <p:cNvSpPr txBox="1"/>
          <p:nvPr/>
        </p:nvSpPr>
        <p:spPr>
          <a:xfrm>
            <a:off x="6236208" y="29900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Values, variables, and operators that compute to a value.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181344" y="3611880"/>
            <a:ext cx="2404872" cy="822960"/>
          </a:xfrm>
          <a:prstGeom prst="roundRect">
            <a:avLst>
              <a:gd name="adj" fmla="val 88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6318504" y="37124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6464808" y="37124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6611112" y="37124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 txBox="1"/>
          <p:nvPr/>
        </p:nvSpPr>
        <p:spPr>
          <a:xfrm>
            <a:off x="6318504" y="394106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 expression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6339674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1" grpId="0" animBg="1"/>
      <p:bldP spid="2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SYNTAX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Comments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23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Comments are lines the interpreter </a:t>
            </a: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skips</a:t>
            </a: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. Use them to explain code, or to switch a line off while testing.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457200" y="16916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line  //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205740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" y="215798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40664" y="215798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86968" y="215798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94360" y="2386584"/>
            <a:ext cx="37033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2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2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2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2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>
              <a:latin typeface="Cambria"/>
              <a:ea typeface="Cambria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y = 12;   this line is skipped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709160" y="16916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 line  /* */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709160" y="205740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846320" y="215798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992624" y="215798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138928" y="215798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846320" y="2386584"/>
            <a:ext cx="37033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r>
              <a:rPr lang="en-US" sz="13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3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>
              <a:latin typeface="Cambria"/>
              <a:ea typeface="Cambria"/>
            </a:endParaRPr>
          </a:p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</a:t>
            </a:r>
            <a:endParaRPr lang="en-US" sz="1300" dirty="0">
              <a:latin typeface="Cambria"/>
              <a:ea typeface="Cambria"/>
            </a:endParaRPr>
          </a:p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these lines</a:t>
            </a:r>
            <a:endParaRPr lang="en-US" sz="1300" dirty="0">
              <a:latin typeface="Cambria"/>
              <a:ea typeface="Cambria"/>
            </a:endParaRPr>
          </a:p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will not be</a:t>
            </a:r>
            <a:endParaRPr lang="en-US" sz="1300" dirty="0">
              <a:latin typeface="Cambria"/>
              <a:ea typeface="Cambria"/>
            </a:endParaRPr>
          </a:p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executed</a:t>
            </a:r>
            <a:endParaRPr lang="en-US" sz="1300" dirty="0">
              <a:latin typeface="Cambria"/>
              <a:ea typeface="Cambria"/>
            </a:endParaRPr>
          </a:p>
          <a:p>
            <a:pPr marL="0" indent="0">
              <a:lnSpc>
                <a:spcPts val="1560"/>
              </a:lnSpc>
              <a:buNone/>
            </a:pPr>
            <a:r>
              <a:rPr lang="en-US" sz="13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206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We will learn more syntax lecture by lecture.</a:t>
            </a:r>
            <a:endParaRPr lang="en-US" sz="10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777198198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OUTPUT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Four ways to display output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24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anim-1-35"/>
          <p:cNvSpPr/>
          <p:nvPr/>
        </p:nvSpPr>
        <p:spPr>
          <a:xfrm>
            <a:off x="457200" y="118872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anim-1-35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anim-1-3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1456639"/>
            <a:ext cx="241402" cy="241402"/>
          </a:xfrm>
          <a:prstGeom prst="rect">
            <a:avLst/>
          </a:prstGeom>
        </p:spPr>
      </p:pic>
      <p:sp>
        <p:nvSpPr>
          <p:cNvPr id="11" name="anim-1-35"/>
          <p:cNvSpPr txBox="1"/>
          <p:nvPr/>
        </p:nvSpPr>
        <p:spPr>
          <a:xfrm>
            <a:off x="64008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innerHTML</a:t>
            </a:r>
            <a:endParaRPr lang="en-US" sz="1250" dirty="0"/>
          </a:p>
        </p:txBody>
      </p:sp>
      <p:sp>
        <p:nvSpPr>
          <p:cNvPr id="12" name="anim-1-35"/>
          <p:cNvSpPr txBox="1"/>
          <p:nvPr/>
        </p:nvSpPr>
        <p:spPr>
          <a:xfrm>
            <a:off x="640080" y="2212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Into an HTML element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13" name="anim-1-35"/>
          <p:cNvSpPr/>
          <p:nvPr/>
        </p:nvSpPr>
        <p:spPr>
          <a:xfrm>
            <a:off x="566928" y="2606040"/>
            <a:ext cx="1700784" cy="347472"/>
          </a:xfrm>
          <a:prstGeom prst="roundRect">
            <a:avLst>
              <a:gd name="adj" fmla="val 1315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nim-1-35"/>
          <p:cNvSpPr txBox="1"/>
          <p:nvPr/>
        </p:nvSpPr>
        <p:spPr>
          <a:xfrm>
            <a:off x="566928" y="260604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para.innerHTML = "Hi";</a:t>
            </a:r>
            <a:endParaRPr lang="en-US" sz="800" dirty="0"/>
          </a:p>
        </p:txBody>
      </p:sp>
      <p:sp>
        <p:nvSpPr>
          <p:cNvPr id="15" name="anim-2-36"/>
          <p:cNvSpPr/>
          <p:nvPr/>
        </p:nvSpPr>
        <p:spPr>
          <a:xfrm>
            <a:off x="2560320" y="118872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nim-2-36"/>
          <p:cNvSpPr/>
          <p:nvPr/>
        </p:nvSpPr>
        <p:spPr>
          <a:xfrm>
            <a:off x="2743200" y="1325880"/>
            <a:ext cx="502920" cy="50292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anim-2-3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3959" y="1456639"/>
            <a:ext cx="241402" cy="241402"/>
          </a:xfrm>
          <a:prstGeom prst="rect">
            <a:avLst/>
          </a:prstGeom>
        </p:spPr>
      </p:pic>
      <p:sp>
        <p:nvSpPr>
          <p:cNvPr id="18" name="anim-2-36"/>
          <p:cNvSpPr txBox="1"/>
          <p:nvPr/>
        </p:nvSpPr>
        <p:spPr>
          <a:xfrm>
            <a:off x="274320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document.write()</a:t>
            </a:r>
            <a:endParaRPr lang="en-US" sz="1250" dirty="0"/>
          </a:p>
        </p:txBody>
      </p:sp>
      <p:sp>
        <p:nvSpPr>
          <p:cNvPr id="19" name="anim-2-36"/>
          <p:cNvSpPr txBox="1"/>
          <p:nvPr/>
        </p:nvSpPr>
        <p:spPr>
          <a:xfrm>
            <a:off x="2743200" y="2212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Straight into the document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0" name="anim-2-36"/>
          <p:cNvSpPr/>
          <p:nvPr/>
        </p:nvSpPr>
        <p:spPr>
          <a:xfrm>
            <a:off x="2670048" y="2606040"/>
            <a:ext cx="1700784" cy="347472"/>
          </a:xfrm>
          <a:prstGeom prst="roundRect">
            <a:avLst>
              <a:gd name="adj" fmla="val 1315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nim-2-36"/>
          <p:cNvSpPr txBox="1"/>
          <p:nvPr/>
        </p:nvSpPr>
        <p:spPr>
          <a:xfrm>
            <a:off x="2670048" y="260604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document.write("Hi");</a:t>
            </a:r>
            <a:endParaRPr lang="en-US" sz="800" dirty="0"/>
          </a:p>
        </p:txBody>
      </p:sp>
      <p:sp>
        <p:nvSpPr>
          <p:cNvPr id="22" name="anim-3-37"/>
          <p:cNvSpPr/>
          <p:nvPr/>
        </p:nvSpPr>
        <p:spPr>
          <a:xfrm>
            <a:off x="4663440" y="118872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anim-3-37"/>
          <p:cNvSpPr/>
          <p:nvPr/>
        </p:nvSpPr>
        <p:spPr>
          <a:xfrm>
            <a:off x="4846320" y="1325880"/>
            <a:ext cx="502920" cy="50292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anim-3-3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7079" y="1456639"/>
            <a:ext cx="241402" cy="241402"/>
          </a:xfrm>
          <a:prstGeom prst="rect">
            <a:avLst/>
          </a:prstGeom>
        </p:spPr>
      </p:pic>
      <p:sp>
        <p:nvSpPr>
          <p:cNvPr id="25" name="anim-3-37"/>
          <p:cNvSpPr txBox="1"/>
          <p:nvPr/>
        </p:nvSpPr>
        <p:spPr>
          <a:xfrm>
            <a:off x="484632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alert()</a:t>
            </a:r>
            <a:endParaRPr lang="en-US" sz="1250" dirty="0"/>
          </a:p>
        </p:txBody>
      </p:sp>
      <p:sp>
        <p:nvSpPr>
          <p:cNvPr id="26" name="anim-3-37"/>
          <p:cNvSpPr txBox="1"/>
          <p:nvPr/>
        </p:nvSpPr>
        <p:spPr>
          <a:xfrm>
            <a:off x="4846320" y="2212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In a pop-up box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7" name="anim-3-37"/>
          <p:cNvSpPr/>
          <p:nvPr/>
        </p:nvSpPr>
        <p:spPr>
          <a:xfrm>
            <a:off x="4773168" y="2606040"/>
            <a:ext cx="1700784" cy="347472"/>
          </a:xfrm>
          <a:prstGeom prst="roundRect">
            <a:avLst>
              <a:gd name="adj" fmla="val 1315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anim-3-37"/>
          <p:cNvSpPr txBox="1"/>
          <p:nvPr/>
        </p:nvSpPr>
        <p:spPr>
          <a:xfrm>
            <a:off x="4773168" y="260604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alert("Hi");</a:t>
            </a:r>
            <a:endParaRPr lang="en-US" sz="800" dirty="0"/>
          </a:p>
        </p:txBody>
      </p:sp>
      <p:sp>
        <p:nvSpPr>
          <p:cNvPr id="29" name="anim-4-38"/>
          <p:cNvSpPr/>
          <p:nvPr/>
        </p:nvSpPr>
        <p:spPr>
          <a:xfrm>
            <a:off x="6766560" y="118872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anim-4-38"/>
          <p:cNvSpPr/>
          <p:nvPr/>
        </p:nvSpPr>
        <p:spPr>
          <a:xfrm>
            <a:off x="6949440" y="1325880"/>
            <a:ext cx="502920" cy="50292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anim-4-3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0199" y="1456639"/>
            <a:ext cx="241402" cy="241402"/>
          </a:xfrm>
          <a:prstGeom prst="rect">
            <a:avLst/>
          </a:prstGeom>
        </p:spPr>
      </p:pic>
      <p:sp>
        <p:nvSpPr>
          <p:cNvPr id="32" name="anim-4-38"/>
          <p:cNvSpPr txBox="1"/>
          <p:nvPr/>
        </p:nvSpPr>
        <p:spPr>
          <a:xfrm>
            <a:off x="694944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console.log()</a:t>
            </a:r>
            <a:endParaRPr lang="en-US" sz="1250" dirty="0"/>
          </a:p>
        </p:txBody>
      </p:sp>
      <p:sp>
        <p:nvSpPr>
          <p:cNvPr id="33" name="anim-4-38"/>
          <p:cNvSpPr txBox="1"/>
          <p:nvPr/>
        </p:nvSpPr>
        <p:spPr>
          <a:xfrm>
            <a:off x="6949440" y="2212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In the developer console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34" name="anim-4-38"/>
          <p:cNvSpPr/>
          <p:nvPr/>
        </p:nvSpPr>
        <p:spPr>
          <a:xfrm>
            <a:off x="6876288" y="2606040"/>
            <a:ext cx="1700784" cy="347472"/>
          </a:xfrm>
          <a:prstGeom prst="roundRect">
            <a:avLst>
              <a:gd name="adj" fmla="val 1315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anim-4-38"/>
          <p:cNvSpPr txBox="1"/>
          <p:nvPr/>
        </p:nvSpPr>
        <p:spPr>
          <a:xfrm>
            <a:off x="6876288" y="260604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console.log("Hi");</a:t>
            </a:r>
            <a:endParaRPr lang="en-US" sz="800" dirty="0"/>
          </a:p>
        </p:txBody>
      </p:sp>
      <p:sp>
        <p:nvSpPr>
          <p:cNvPr id="36" name="Shape 29"/>
          <p:cNvSpPr/>
          <p:nvPr/>
        </p:nvSpPr>
        <p:spPr>
          <a:xfrm>
            <a:off x="457200" y="333756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 txBox="1"/>
          <p:nvPr/>
        </p:nvSpPr>
        <p:spPr>
          <a:xfrm>
            <a:off x="640080" y="3429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BEFORE OUR FIRST PROGRAM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38" name="Text 31"/>
          <p:cNvSpPr txBox="1"/>
          <p:nvPr/>
        </p:nvSpPr>
        <p:spPr>
          <a:xfrm>
            <a:off x="640080" y="36758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Give each HTML element a unique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id</a:t>
            </a: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(a name also works); JavaScript uses it to find the element</a:t>
            </a:r>
            <a:endParaRPr lang="en-US" sz="1150" dirty="0">
              <a:latin typeface="Cambria"/>
              <a:ea typeface="Cambria"/>
            </a:endParaRP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JavaScript works with the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document object</a:t>
            </a: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, in an object-oriented way, using its built-in methods and properties</a:t>
            </a:r>
            <a:endParaRPr lang="en-US" sz="115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6342501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OUTPUT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Output with innerHTML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25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206240" cy="2240280"/>
          </a:xfrm>
          <a:prstGeom prst="roundRect">
            <a:avLst>
              <a:gd name="adj" fmla="val 326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97280" y="124358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1517904"/>
            <a:ext cx="393192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First Web Page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First Paragraph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"demo"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&gt;&lt;/p&gt;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para1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"demo"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para1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innerHTML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World"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356616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66928" y="365760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85800" y="365760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04672" y="365760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05840" y="362102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097280" y="36255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localhost/index.html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93776" y="3840480"/>
            <a:ext cx="4133088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03504" y="3858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My First Web Page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603504" y="41696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My First Paragraph</a:t>
            </a:r>
            <a:endParaRPr lang="en-US" sz="950" dirty="0">
              <a:latin typeface="Cambria"/>
              <a:ea typeface="Cambria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603504" y="43525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Hello World</a:t>
            </a:r>
            <a:endParaRPr lang="en-US" sz="950" dirty="0">
              <a:latin typeface="Cambria"/>
              <a:ea typeface="Cambria"/>
            </a:endParaRPr>
          </a:p>
        </p:txBody>
      </p:sp>
      <p:sp>
        <p:nvSpPr>
          <p:cNvPr id="24" name="anim-1-39"/>
          <p:cNvSpPr/>
          <p:nvPr/>
        </p:nvSpPr>
        <p:spPr>
          <a:xfrm>
            <a:off x="4892040" y="118872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anim-1-39"/>
          <p:cNvSpPr/>
          <p:nvPr/>
        </p:nvSpPr>
        <p:spPr>
          <a:xfrm>
            <a:off x="5010912" y="1371600"/>
            <a:ext cx="365760" cy="36576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nim-1-39"/>
          <p:cNvSpPr txBox="1"/>
          <p:nvPr/>
        </p:nvSpPr>
        <p:spPr>
          <a:xfrm>
            <a:off x="5010912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1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27" name="anim-1-39"/>
          <p:cNvSpPr txBox="1"/>
          <p:nvPr/>
        </p:nvSpPr>
        <p:spPr>
          <a:xfrm>
            <a:off x="5486400" y="12435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id="demo"&gt;</a:t>
            </a:r>
            <a:endParaRPr lang="en-US" sz="1050" dirty="0"/>
          </a:p>
        </p:txBody>
      </p:sp>
      <p:sp>
        <p:nvSpPr>
          <p:cNvPr id="28" name="anim-1-39"/>
          <p:cNvSpPr txBox="1"/>
          <p:nvPr/>
        </p:nvSpPr>
        <p:spPr>
          <a:xfrm>
            <a:off x="5486400" y="149047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The paragraph has an id, which must be unique on the page.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29" name="anim-2-40"/>
          <p:cNvSpPr/>
          <p:nvPr/>
        </p:nvSpPr>
        <p:spPr>
          <a:xfrm>
            <a:off x="4892040" y="205740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anim-2-40"/>
          <p:cNvSpPr/>
          <p:nvPr/>
        </p:nvSpPr>
        <p:spPr>
          <a:xfrm>
            <a:off x="5010912" y="2240280"/>
            <a:ext cx="365760" cy="36576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anim-2-40"/>
          <p:cNvSpPr txBox="1"/>
          <p:nvPr/>
        </p:nvSpPr>
        <p:spPr>
          <a:xfrm>
            <a:off x="5010912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2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32" name="anim-2-40"/>
          <p:cNvSpPr txBox="1"/>
          <p:nvPr/>
        </p:nvSpPr>
        <p:spPr>
          <a:xfrm>
            <a:off x="5486400" y="21122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getElementById("demo")</a:t>
            </a:r>
            <a:endParaRPr lang="en-US" sz="1050" dirty="0"/>
          </a:p>
        </p:txBody>
      </p:sp>
      <p:sp>
        <p:nvSpPr>
          <p:cNvPr id="33" name="anim-2-40"/>
          <p:cNvSpPr txBox="1"/>
          <p:nvPr/>
        </p:nvSpPr>
        <p:spPr>
          <a:xfrm>
            <a:off x="5486400" y="23591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 document method that finds an element by its id and returns it as an object.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34" name="anim-3-41"/>
          <p:cNvSpPr/>
          <p:nvPr/>
        </p:nvSpPr>
        <p:spPr>
          <a:xfrm>
            <a:off x="4892040" y="292608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anim-3-41"/>
          <p:cNvSpPr/>
          <p:nvPr/>
        </p:nvSpPr>
        <p:spPr>
          <a:xfrm>
            <a:off x="5010912" y="3108960"/>
            <a:ext cx="365760" cy="36576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anim-3-41"/>
          <p:cNvSpPr txBox="1"/>
          <p:nvPr/>
        </p:nvSpPr>
        <p:spPr>
          <a:xfrm>
            <a:off x="5010912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3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37" name="anim-3-41"/>
          <p:cNvSpPr txBox="1"/>
          <p:nvPr/>
        </p:nvSpPr>
        <p:spPr>
          <a:xfrm>
            <a:off x="5486400" y="29809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para1 = ...</a:t>
            </a:r>
            <a:endParaRPr lang="en-US" sz="1050" dirty="0"/>
          </a:p>
        </p:txBody>
      </p:sp>
      <p:sp>
        <p:nvSpPr>
          <p:cNvPr id="38" name="anim-3-41"/>
          <p:cNvSpPr txBox="1"/>
          <p:nvPr/>
        </p:nvSpPr>
        <p:spPr>
          <a:xfrm>
            <a:off x="5486400" y="322783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para1 now holds a reference to that &lt;p&gt; element.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39" name="anim-4-42"/>
          <p:cNvSpPr/>
          <p:nvPr/>
        </p:nvSpPr>
        <p:spPr>
          <a:xfrm>
            <a:off x="4892040" y="37947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anim-4-42"/>
          <p:cNvSpPr/>
          <p:nvPr/>
        </p:nvSpPr>
        <p:spPr>
          <a:xfrm>
            <a:off x="5010912" y="3977640"/>
            <a:ext cx="365760" cy="36576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anim-4-42"/>
          <p:cNvSpPr txBox="1"/>
          <p:nvPr/>
        </p:nvSpPr>
        <p:spPr>
          <a:xfrm>
            <a:off x="5010912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4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42" name="anim-4-42"/>
          <p:cNvSpPr txBox="1"/>
          <p:nvPr/>
        </p:nvSpPr>
        <p:spPr>
          <a:xfrm>
            <a:off x="5486400" y="38496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para1.innerHTML = ...</a:t>
            </a:r>
            <a:endParaRPr lang="en-US" sz="1050" dirty="0"/>
          </a:p>
        </p:txBody>
      </p:sp>
      <p:sp>
        <p:nvSpPr>
          <p:cNvPr id="43" name="anim-4-42"/>
          <p:cNvSpPr txBox="1"/>
          <p:nvPr/>
        </p:nvSpPr>
        <p:spPr>
          <a:xfrm>
            <a:off x="5486400" y="409651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innerHTML is the content between the element's start and end tags. Setting it changes the page.</a:t>
            </a:r>
            <a:endParaRPr lang="en-US" sz="10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06965586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OUTPUT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Output with document.write() and alert()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26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94360" y="151790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First Web Page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First Paragraph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World"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2514600"/>
            <a:ext cx="3977640" cy="1097280"/>
          </a:xfrm>
          <a:prstGeom prst="roundRect">
            <a:avLst>
              <a:gd name="adj" fmla="val 5000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6928" y="26060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85800" y="26060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26060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05840" y="256946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1097280" y="257403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localhost/index.html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93776" y="2788920"/>
            <a:ext cx="390448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03504" y="2807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My First Web Page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603504" y="3136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My First Paragraph</a:t>
            </a:r>
            <a:endParaRPr lang="en-US" sz="950" dirty="0">
              <a:latin typeface="Cambria"/>
              <a:ea typeface="Cambria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603504" y="33375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Hello World</a:t>
            </a:r>
            <a:endParaRPr lang="en-US" sz="950" dirty="0">
              <a:latin typeface="Cambria"/>
              <a:ea typeface="Cambria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457200" y="37490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Writes straight into the page, wherever the script sits. Avoid it in real projects: called after the page loads, it wipes the whole page.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709160" y="118872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84632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99262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13892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4846320" y="151790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First Web Page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First Paragraph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World"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09160" y="2514600"/>
            <a:ext cx="3977640" cy="1097280"/>
          </a:xfrm>
          <a:prstGeom prst="roundRect">
            <a:avLst>
              <a:gd name="adj" fmla="val 5000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818888" y="26060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937760" y="26060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056632" y="26060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257800" y="256946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5349240" y="257403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localhost/index.html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745736" y="2788920"/>
            <a:ext cx="3904488" cy="78638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5294376" y="2862072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5404104" y="28986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Cambria"/>
                <a:ea typeface="Cambria"/>
                <a:cs typeface="Arial" pitchFamily="34" charset="-120"/>
              </a:rPr>
              <a:t>This page says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38" name="Text 35"/>
          <p:cNvSpPr txBox="1"/>
          <p:nvPr/>
        </p:nvSpPr>
        <p:spPr>
          <a:xfrm>
            <a:off x="5404104" y="30906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Cambria"/>
                <a:ea typeface="Cambria"/>
                <a:cs typeface="Arial" pitchFamily="34" charset="-120"/>
              </a:rPr>
              <a:t>Hello World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7488936" y="3264408"/>
            <a:ext cx="438912" cy="201168"/>
          </a:xfrm>
          <a:prstGeom prst="roundRect">
            <a:avLst>
              <a:gd name="adj" fmla="val 45455"/>
            </a:avLst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 txBox="1"/>
          <p:nvPr/>
        </p:nvSpPr>
        <p:spPr>
          <a:xfrm>
            <a:off x="7488936" y="326440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mbria"/>
                <a:ea typeface="Cambria"/>
                <a:cs typeface="Arial" pitchFamily="34" charset="-120"/>
              </a:rPr>
              <a:t>OK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41" name="Text 38"/>
          <p:cNvSpPr txBox="1"/>
          <p:nvPr/>
        </p:nvSpPr>
        <p:spPr>
          <a:xfrm>
            <a:off x="4709160" y="37490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Shows a pop-up message box. The page waits until the user clicks OK.</a:t>
            </a:r>
            <a:endParaRPr lang="en-US" sz="105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223637019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OUTPUT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Output with console.log()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27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94360" y="1517904"/>
            <a:ext cx="3749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First Web Page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First Paragraph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World"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2004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Writes to the </a:t>
            </a: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developer console</a:t>
            </a:r>
            <a:r>
              <a:rPr lang="en-US" sz="12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, not the page</a:t>
            </a:r>
            <a:endParaRPr lang="en-US" sz="1200" dirty="0">
              <a:latin typeface="Cambria"/>
              <a:ea typeface="Cambria"/>
            </a:endParaRP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The best tool for checking values while you code</a:t>
            </a:r>
            <a:endParaRPr lang="en-US" sz="1200" dirty="0">
              <a:latin typeface="Cambria"/>
              <a:ea typeface="Cambria"/>
            </a:endParaRP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Open it with </a:t>
            </a: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F12</a:t>
            </a:r>
            <a:r>
              <a:rPr lang="en-US" sz="12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, or right-click the page → </a:t>
            </a: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Inspect</a:t>
            </a:r>
            <a:r>
              <a:rPr lang="en-US" sz="12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→ </a:t>
            </a: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Console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754880" y="1188720"/>
            <a:ext cx="3931920" cy="3383280"/>
          </a:xfrm>
          <a:prstGeom prst="roundRect">
            <a:avLst>
              <a:gd name="adj" fmla="val 1622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864608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983480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102352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303520" y="12435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394960" y="12481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DevTools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791456" y="1463040"/>
            <a:ext cx="3858768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4901184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My First Web Page</a:t>
            </a:r>
            <a:endParaRPr lang="en-US" sz="1500" dirty="0">
              <a:latin typeface="Cambria"/>
              <a:ea typeface="Cambria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4901184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My First Paragraph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791456" y="2560320"/>
            <a:ext cx="3858768" cy="1975104"/>
          </a:xfrm>
          <a:prstGeom prst="rect">
            <a:avLst/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4882896" y="25786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BDC1C6"/>
                </a:solidFill>
                <a:latin typeface="Cambria"/>
                <a:ea typeface="Cambria"/>
                <a:cs typeface="Arial" pitchFamily="34" charset="-120"/>
              </a:rPr>
              <a:t>Elements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660136" y="2798064"/>
            <a:ext cx="640080" cy="27432"/>
          </a:xfrm>
          <a:prstGeom prst="rect">
            <a:avLst/>
          </a:prstGeom>
          <a:solidFill>
            <a:srgbClr val="8AB4F8"/>
          </a:solidFill>
          <a:ln w="12700">
            <a:solidFill>
              <a:srgbClr val="8AB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5660136" y="25786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AB4F8"/>
                </a:solidFill>
                <a:latin typeface="Cambria"/>
                <a:ea typeface="Cambria"/>
                <a:cs typeface="Arial" pitchFamily="34" charset="-120"/>
              </a:rPr>
              <a:t>Console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6437376" y="25786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BDC1C6"/>
                </a:solidFill>
                <a:latin typeface="Cambria"/>
                <a:ea typeface="Cambria"/>
                <a:cs typeface="Arial" pitchFamily="34" charset="-120"/>
              </a:rPr>
              <a:t>Sources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7214616" y="25786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BDC1C6"/>
                </a:solidFill>
                <a:latin typeface="Cambria"/>
                <a:ea typeface="Cambria"/>
                <a:cs typeface="Arial" pitchFamily="34" charset="-120"/>
              </a:rPr>
              <a:t>Network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791456" y="2852928"/>
            <a:ext cx="3858768" cy="0"/>
          </a:xfrm>
          <a:prstGeom prst="line">
            <a:avLst/>
          </a:prstGeom>
          <a:noFill/>
          <a:ln w="9525">
            <a:solidFill>
              <a:srgbClr val="3C4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4928616" y="2944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World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644384" y="2944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AA0A6"/>
                </a:solidFill>
                <a:latin typeface="Cambria"/>
                <a:ea typeface="Cambria"/>
                <a:cs typeface="Arial" pitchFamily="34" charset="-120"/>
              </a:rPr>
              <a:t>index.html:6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4928616" y="32461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94530247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05</a:t>
            </a:r>
            <a:endParaRPr lang="en-US" sz="8000" dirty="0">
              <a:latin typeface="Cambria"/>
              <a:ea typeface="Cambri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Operators</a:t>
            </a:r>
            <a:endParaRPr lang="en-US" sz="3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F4466"/>
                </a:solidFill>
                <a:latin typeface="Cambria"/>
                <a:ea typeface="Cambria"/>
                <a:cs typeface="Calibri" pitchFamily="34" charset="-120"/>
              </a:rPr>
              <a:t>Calculating, assigning, comparing, and combining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F6485"/>
                </a:solidFill>
                <a:latin typeface="Cambria"/>
                <a:ea typeface="Cambria"/>
                <a:cs typeface="Calibri" pitchFamily="34" charset="-120"/>
              </a:rPr>
              <a:t>28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3F0FA"/>
          </a:solidFill>
          <a:ln>
            <a:solidFill>
              <a:srgbClr val="F3F0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OPERATORS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Arithmetic and assignment operators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29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143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ARITHMETIC</a:t>
            </a:r>
            <a:endParaRPr lang="en-US" sz="850" dirty="0">
              <a:latin typeface="Cambria"/>
              <a:ea typeface="Cambria"/>
            </a:endParaRPr>
          </a:p>
        </p:txBody>
      </p:sp>
      <p:graphicFrame>
        <p:nvGraphicFramePr>
          <p:cNvPr id="30" name="Table 0"/>
          <p:cNvGraphicFramePr>
            <a:graphicFrameLocks noGrp="1"/>
          </p:cNvGraphicFramePr>
          <p:nvPr/>
        </p:nvGraphicFramePr>
        <p:xfrm>
          <a:off x="457200" y="1371600"/>
          <a:ext cx="3840480" cy="24688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Operator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Description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Example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  <a:cs typeface="Calibri" pitchFamily="34" charset="-120"/>
                        </a:rPr>
                        <a:t>Addition</a:t>
                      </a:r>
                      <a:endParaRPr lang="en-US" sz="1050" dirty="0">
                        <a:latin typeface="Cambria"/>
                        <a:ea typeface="Cambria"/>
                        <a:cs typeface="Calibri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+ 2 → 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  <a:cs typeface="Calibri" pitchFamily="34" charset="-120"/>
                        </a:rPr>
                        <a:t>Subtraction</a:t>
                      </a:r>
                      <a:endParaRPr lang="en-US" sz="1050" dirty="0">
                        <a:latin typeface="Cambria"/>
                        <a:ea typeface="Cambria"/>
                        <a:cs typeface="Calibri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5 - 2 → 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  <a:cs typeface="Calibri" pitchFamily="34" charset="-120"/>
                        </a:rPr>
                        <a:t>Multiplication</a:t>
                      </a:r>
                      <a:endParaRPr lang="en-US" sz="1050" dirty="0">
                        <a:latin typeface="Cambria"/>
                        <a:ea typeface="Cambria"/>
                        <a:cs typeface="Calibri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* 2 → 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**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  <a:cs typeface="Calibri" pitchFamily="34" charset="-120"/>
                        </a:rPr>
                        <a:t>Exponentiation</a:t>
                      </a:r>
                      <a:endParaRPr lang="en-US" sz="1050" dirty="0">
                        <a:latin typeface="Cambria"/>
                        <a:ea typeface="Cambria"/>
                        <a:cs typeface="Calibri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** 2 → 25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  <a:cs typeface="Calibri" pitchFamily="34" charset="-120"/>
                        </a:rPr>
                        <a:t>Division</a:t>
                      </a:r>
                      <a:endParaRPr lang="en-US" sz="1050" dirty="0">
                        <a:latin typeface="Cambria"/>
                        <a:ea typeface="Cambria"/>
                        <a:cs typeface="Calibri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/ 2 → 2.5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  <a:cs typeface="Calibri" pitchFamily="34" charset="-120"/>
                        </a:rPr>
                        <a:t>Modulus (remainder)</a:t>
                      </a:r>
                      <a:endParaRPr lang="en-US" sz="1050" dirty="0">
                        <a:latin typeface="Cambria"/>
                        <a:ea typeface="Cambria"/>
                        <a:cs typeface="Calibri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5 % 2 → 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++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  <a:cs typeface="Calibri" pitchFamily="34" charset="-120"/>
                        </a:rPr>
                        <a:t>Increment</a:t>
                      </a:r>
                      <a:endParaRPr lang="en-US" sz="1050" dirty="0">
                        <a:latin typeface="Cambria"/>
                        <a:ea typeface="Cambria"/>
                        <a:cs typeface="Calibri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x++  (x = x + 1)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  <a:cs typeface="Calibri" pitchFamily="34" charset="-120"/>
                        </a:rPr>
                        <a:t>Decrement</a:t>
                      </a:r>
                      <a:endParaRPr lang="en-US" sz="1050" dirty="0">
                        <a:latin typeface="Cambria"/>
                        <a:ea typeface="Cambria"/>
                        <a:cs typeface="Calibri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x--  (x = x - 1)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663440" y="1143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ASSIGNMENT</a:t>
            </a:r>
            <a:endParaRPr lang="en-US" sz="850" dirty="0">
              <a:latin typeface="Cambria"/>
              <a:ea typeface="Cambria"/>
            </a:endParaRPr>
          </a:p>
        </p:txBody>
      </p:sp>
      <p:graphicFrame>
        <p:nvGraphicFramePr>
          <p:cNvPr id="59" name="Table 1"/>
          <p:cNvGraphicFramePr>
            <a:graphicFrameLocks noGrp="1"/>
          </p:cNvGraphicFramePr>
          <p:nvPr/>
        </p:nvGraphicFramePr>
        <p:xfrm>
          <a:off x="4663440" y="1371600"/>
          <a:ext cx="4023360" cy="21945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Operator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Example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Same as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+=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+= 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x + 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-=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-= 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x - 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*=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*= 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x * 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/=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/= 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x / 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%=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%= 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x % 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**=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**= 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x ** 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4663440" y="36576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 txBox="1"/>
          <p:nvPr/>
        </p:nvSpPr>
        <p:spPr>
          <a:xfrm>
            <a:off x="4800600" y="365760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+ also joins strings: </a:t>
            </a:r>
            <a:r>
              <a:rPr lang="en-US" sz="1050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"Web" + " Tech" → "Web Tech"</a:t>
            </a:r>
            <a:endParaRPr lang="en-US" sz="1150" dirty="0">
              <a:latin typeface="Cambria"/>
              <a:ea typeface="Cambria"/>
            </a:endParaRPr>
          </a:p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and += appends: </a:t>
            </a:r>
            <a:r>
              <a:rPr lang="en-US" sz="1050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 += "!"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576360975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OPERATORS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Comparison and logical operators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30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143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COMPARISON</a:t>
            </a:r>
            <a:endParaRPr lang="en-US" sz="850" dirty="0">
              <a:latin typeface="Cambria"/>
              <a:ea typeface="Cambria"/>
            </a:endParaRPr>
          </a:p>
        </p:txBody>
      </p:sp>
      <p:graphicFrame>
        <p:nvGraphicFramePr>
          <p:cNvPr id="31" name="Table 0"/>
          <p:cNvGraphicFramePr>
            <a:graphicFrameLocks noGrp="1"/>
          </p:cNvGraphicFramePr>
          <p:nvPr/>
        </p:nvGraphicFramePr>
        <p:xfrm>
          <a:off x="457200" y="1371600"/>
          <a:ext cx="3840480" cy="27432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Operator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Description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  <a:cs typeface="Calibri" pitchFamily="34" charset="-120"/>
                        </a:rPr>
                        <a:t>equal to</a:t>
                      </a:r>
                      <a:endParaRPr lang="en-US" sz="1050" dirty="0">
                        <a:latin typeface="Cambria"/>
                        <a:ea typeface="Cambria"/>
                        <a:cs typeface="Calibri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===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  <a:cs typeface="Calibri" pitchFamily="34" charset="-120"/>
                        </a:rPr>
                        <a:t>equal value and equal type</a:t>
                      </a:r>
                      <a:endParaRPr lang="en-US" sz="1050" dirty="0">
                        <a:latin typeface="Cambria"/>
                        <a:ea typeface="Cambria"/>
                        <a:cs typeface="Calibri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  <a:cs typeface="Calibri" pitchFamily="34" charset="-120"/>
                        </a:rPr>
                        <a:t>not equal</a:t>
                      </a:r>
                      <a:endParaRPr lang="en-US" sz="1050" dirty="0">
                        <a:latin typeface="Cambria"/>
                        <a:ea typeface="Cambria"/>
                        <a:cs typeface="Calibri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!==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  <a:cs typeface="Calibri" pitchFamily="34" charset="-120"/>
                        </a:rPr>
                        <a:t>not equal value or not equal type</a:t>
                      </a:r>
                      <a:endParaRPr lang="en-US" sz="1050" dirty="0">
                        <a:latin typeface="Cambria"/>
                        <a:ea typeface="Cambria"/>
                        <a:cs typeface="Calibri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  <a:cs typeface="Calibri" pitchFamily="34" charset="-120"/>
                        </a:rPr>
                        <a:t>greater than</a:t>
                      </a:r>
                      <a:endParaRPr lang="en-US" sz="1050" dirty="0">
                        <a:latin typeface="Cambria"/>
                        <a:ea typeface="Cambria"/>
                        <a:cs typeface="Calibri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  <a:cs typeface="Calibri" pitchFamily="34" charset="-120"/>
                        </a:rPr>
                        <a:t>less than</a:t>
                      </a:r>
                      <a:endParaRPr lang="en-US" sz="1050" dirty="0">
                        <a:latin typeface="Cambria"/>
                        <a:ea typeface="Cambria"/>
                        <a:cs typeface="Calibri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&gt;=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  <a:cs typeface="Calibri" pitchFamily="34" charset="-120"/>
                        </a:rPr>
                        <a:t>greater than or equal to</a:t>
                      </a:r>
                      <a:endParaRPr lang="en-US" sz="1050" dirty="0">
                        <a:latin typeface="Cambria"/>
                        <a:ea typeface="Cambria"/>
                        <a:cs typeface="Calibri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&lt;=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  <a:cs typeface="Calibri" pitchFamily="34" charset="-120"/>
                        </a:rPr>
                        <a:t>less than or equal to</a:t>
                      </a:r>
                      <a:endParaRPr lang="en-US" sz="1050" dirty="0">
                        <a:latin typeface="Cambria"/>
                        <a:ea typeface="Cambria"/>
                        <a:cs typeface="Calibri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 :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  <a:cs typeface="Calibri" pitchFamily="34" charset="-120"/>
                        </a:rPr>
                        <a:t>ternary: condition ? a : b</a:t>
                      </a:r>
                      <a:endParaRPr lang="en-US" sz="1050" dirty="0">
                        <a:latin typeface="Cambria"/>
                        <a:ea typeface="Cambria"/>
                        <a:cs typeface="Calibri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663440" y="1143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LOGICAL</a:t>
            </a:r>
            <a:endParaRPr lang="en-US" sz="850" dirty="0">
              <a:latin typeface="Cambria"/>
              <a:ea typeface="Cambria"/>
            </a:endParaRPr>
          </a:p>
        </p:txBody>
      </p:sp>
      <p:graphicFrame>
        <p:nvGraphicFramePr>
          <p:cNvPr id="61" name="Table 1"/>
          <p:cNvGraphicFramePr>
            <a:graphicFrameLocks noGrp="1"/>
          </p:cNvGraphicFramePr>
          <p:nvPr/>
        </p:nvGraphicFramePr>
        <p:xfrm>
          <a:off x="4663440" y="1371600"/>
          <a:ext cx="4023360" cy="10972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Operator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Description</a:t>
                      </a:r>
                      <a:endParaRPr lang="en-US" sz="1050" dirty="0">
                        <a:latin typeface="Cambria"/>
                        <a:ea typeface="Cambria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&amp;&amp;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  <a:cs typeface="Calibri" pitchFamily="34" charset="-120"/>
                        </a:rPr>
                        <a:t>logical and: both must be true</a:t>
                      </a:r>
                      <a:endParaRPr lang="en-US" sz="1050" dirty="0">
                        <a:latin typeface="Cambria"/>
                        <a:ea typeface="Cambria"/>
                        <a:cs typeface="Calibri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||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  <a:cs typeface="Calibri" pitchFamily="34" charset="-120"/>
                        </a:rPr>
                        <a:t>logical or: at least one true</a:t>
                      </a:r>
                      <a:endParaRPr lang="en-US" sz="1050" dirty="0">
                        <a:latin typeface="Cambria"/>
                        <a:ea typeface="Cambria"/>
                        <a:cs typeface="Calibri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  <a:cs typeface="Calibri" pitchFamily="34" charset="-120"/>
                        </a:rPr>
                        <a:t>logical not: flips true and false</a:t>
                      </a:r>
                      <a:endParaRPr lang="en-US" sz="1050" dirty="0">
                        <a:latin typeface="Cambria"/>
                        <a:ea typeface="Cambria"/>
                        <a:cs typeface="Calibri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4663440" y="2606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== VS ===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4663440" y="28346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4800600" y="293522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946904" y="293522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5093208" y="293522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4800600" y="316382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number</a:t>
            </a:r>
            <a:endParaRPr lang="en-US" sz="900" dirty="0">
              <a:latin typeface="Cambria"/>
              <a:ea typeface="Cambria"/>
            </a:endParaRPr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812280" y="2834640"/>
            <a:ext cx="868680" cy="411480"/>
          </a:xfrm>
          <a:prstGeom prst="roundRect">
            <a:avLst>
              <a:gd name="adj" fmla="val 1111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 txBox="1"/>
          <p:nvPr/>
        </p:nvSpPr>
        <p:spPr>
          <a:xfrm>
            <a:off x="6812280" y="28346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== b</a:t>
            </a:r>
            <a:endParaRPr lang="en-US" sz="950" dirty="0"/>
          </a:p>
        </p:txBody>
      </p:sp>
      <p:sp>
        <p:nvSpPr>
          <p:cNvPr id="20" name="anim-1-43"/>
          <p:cNvSpPr txBox="1"/>
          <p:nvPr/>
        </p:nvSpPr>
        <p:spPr>
          <a:xfrm>
            <a:off x="7754112" y="283464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00" dirty="0">
              <a:latin typeface="Cambria"/>
              <a:ea typeface="Cambria"/>
            </a:endParaRPr>
          </a:p>
          <a:p>
            <a:pPr marL="0" indent="0" algn="l">
              <a:buNone/>
            </a:pPr>
            <a:r>
              <a:rPr lang="en-US" sz="8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values match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812280" y="3310128"/>
            <a:ext cx="868680" cy="411480"/>
          </a:xfrm>
          <a:prstGeom prst="roundRect">
            <a:avLst>
              <a:gd name="adj" fmla="val 1111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6812280" y="331012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=== b</a:t>
            </a:r>
            <a:endParaRPr lang="en-US" sz="950" dirty="0"/>
          </a:p>
        </p:txBody>
      </p:sp>
      <p:sp>
        <p:nvSpPr>
          <p:cNvPr id="23" name="anim-2-44"/>
          <p:cNvSpPr txBox="1"/>
          <p:nvPr/>
        </p:nvSpPr>
        <p:spPr>
          <a:xfrm>
            <a:off x="7754112" y="331012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200" dirty="0">
              <a:latin typeface="Cambria"/>
              <a:ea typeface="Cambria"/>
            </a:endParaRPr>
          </a:p>
          <a:p>
            <a:pPr marL="0" indent="0" algn="l">
              <a:buNone/>
            </a:pPr>
            <a:r>
              <a:rPr lang="en-US" sz="8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types differ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4663440" y="3886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Prefer === so a string never silently equals a number.</a:t>
            </a:r>
            <a:endParaRPr lang="en-US" sz="11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89592420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OPERATORS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Operator precedence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31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As in school mathematics,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and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run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before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and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Parentheses change the order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Operators with the same precedence run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left to right</a:t>
            </a:r>
            <a:endParaRPr lang="en-US" sz="1250" dirty="0"/>
          </a:p>
        </p:txBody>
      </p:sp>
      <p:sp>
        <p:nvSpPr>
          <p:cNvPr id="9" name="btn">
            <a:hlinkClick r:id="rId4"/>
          </p:cNvPr>
          <p:cNvSpPr/>
          <p:nvPr/>
        </p:nvSpPr>
        <p:spPr>
          <a:xfrm>
            <a:off x="6400800" y="118872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Must read: JS Arithmetic  ↗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  let a = 10;  let b = 5;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651760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57200" y="2651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 * 10</a:t>
            </a:r>
            <a:endParaRPr lang="en-US" sz="1300" dirty="0"/>
          </a:p>
        </p:txBody>
      </p:sp>
      <p:sp>
        <p:nvSpPr>
          <p:cNvPr id="13" name="anim-1-45"/>
          <p:cNvSpPr txBox="1"/>
          <p:nvPr/>
        </p:nvSpPr>
        <p:spPr>
          <a:xfrm>
            <a:off x="2606040" y="26517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→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14" name="anim-1-45"/>
          <p:cNvSpPr/>
          <p:nvPr/>
        </p:nvSpPr>
        <p:spPr>
          <a:xfrm>
            <a:off x="3017520" y="2651760"/>
            <a:ext cx="1737360" cy="502920"/>
          </a:xfrm>
          <a:prstGeom prst="roundRect">
            <a:avLst>
              <a:gd name="adj" fmla="val 9091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nim-1-45"/>
          <p:cNvSpPr txBox="1"/>
          <p:nvPr/>
        </p:nvSpPr>
        <p:spPr>
          <a:xfrm>
            <a:off x="3017520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+ 50</a:t>
            </a:r>
            <a:endParaRPr lang="en-US" sz="1300" dirty="0"/>
          </a:p>
        </p:txBody>
      </p:sp>
      <p:sp>
        <p:nvSpPr>
          <p:cNvPr id="16" name="anim-2-46"/>
          <p:cNvSpPr txBox="1"/>
          <p:nvPr/>
        </p:nvSpPr>
        <p:spPr>
          <a:xfrm>
            <a:off x="4800600" y="26517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→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17" name="anim-2-46"/>
          <p:cNvSpPr/>
          <p:nvPr/>
        </p:nvSpPr>
        <p:spPr>
          <a:xfrm>
            <a:off x="5212080" y="2651760"/>
            <a:ext cx="914400" cy="502920"/>
          </a:xfrm>
          <a:prstGeom prst="roundRect">
            <a:avLst>
              <a:gd name="adj" fmla="val 9091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nim-2-46"/>
          <p:cNvSpPr txBox="1"/>
          <p:nvPr/>
        </p:nvSpPr>
        <p:spPr>
          <a:xfrm>
            <a:off x="5212080" y="2651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600" dirty="0"/>
          </a:p>
        </p:txBody>
      </p:sp>
      <p:sp>
        <p:nvSpPr>
          <p:cNvPr id="19" name="anim-2-46"/>
          <p:cNvSpPr txBox="1"/>
          <p:nvPr/>
        </p:nvSpPr>
        <p:spPr>
          <a:xfrm>
            <a:off x="630936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multiplication first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57200" y="3310128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457200" y="3310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+ b) * 10</a:t>
            </a:r>
            <a:endParaRPr lang="en-US" sz="1300" dirty="0"/>
          </a:p>
        </p:txBody>
      </p:sp>
      <p:sp>
        <p:nvSpPr>
          <p:cNvPr id="22" name="anim-3-47"/>
          <p:cNvSpPr txBox="1"/>
          <p:nvPr/>
        </p:nvSpPr>
        <p:spPr>
          <a:xfrm>
            <a:off x="2606040" y="331012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→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23" name="anim-3-47"/>
          <p:cNvSpPr/>
          <p:nvPr/>
        </p:nvSpPr>
        <p:spPr>
          <a:xfrm>
            <a:off x="3017520" y="3310128"/>
            <a:ext cx="1737360" cy="502920"/>
          </a:xfrm>
          <a:prstGeom prst="roundRect">
            <a:avLst>
              <a:gd name="adj" fmla="val 9091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nim-3-47"/>
          <p:cNvSpPr txBox="1"/>
          <p:nvPr/>
        </p:nvSpPr>
        <p:spPr>
          <a:xfrm>
            <a:off x="3017520" y="33101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* 10</a:t>
            </a:r>
            <a:endParaRPr lang="en-US" sz="1300" dirty="0"/>
          </a:p>
        </p:txBody>
      </p:sp>
      <p:sp>
        <p:nvSpPr>
          <p:cNvPr id="25" name="anim-4-48"/>
          <p:cNvSpPr txBox="1"/>
          <p:nvPr/>
        </p:nvSpPr>
        <p:spPr>
          <a:xfrm>
            <a:off x="4800600" y="331012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→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26" name="anim-4-48"/>
          <p:cNvSpPr/>
          <p:nvPr/>
        </p:nvSpPr>
        <p:spPr>
          <a:xfrm>
            <a:off x="5212080" y="3310128"/>
            <a:ext cx="914400" cy="502920"/>
          </a:xfrm>
          <a:prstGeom prst="roundRect">
            <a:avLst>
              <a:gd name="adj" fmla="val 9091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nim-4-48"/>
          <p:cNvSpPr txBox="1"/>
          <p:nvPr/>
        </p:nvSpPr>
        <p:spPr>
          <a:xfrm>
            <a:off x="5212080" y="33101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600" dirty="0"/>
          </a:p>
        </p:txBody>
      </p:sp>
      <p:sp>
        <p:nvSpPr>
          <p:cNvPr id="28" name="anim-4-48"/>
          <p:cNvSpPr txBox="1"/>
          <p:nvPr/>
        </p:nvSpPr>
        <p:spPr>
          <a:xfrm>
            <a:off x="6309360" y="33101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parentheses first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57200" y="3968496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457200" y="396849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 - 10</a:t>
            </a:r>
            <a:endParaRPr lang="en-US" sz="1300" dirty="0"/>
          </a:p>
        </p:txBody>
      </p:sp>
      <p:sp>
        <p:nvSpPr>
          <p:cNvPr id="31" name="anim-5-49"/>
          <p:cNvSpPr txBox="1"/>
          <p:nvPr/>
        </p:nvSpPr>
        <p:spPr>
          <a:xfrm>
            <a:off x="2606040" y="396849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→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32" name="anim-5-49"/>
          <p:cNvSpPr/>
          <p:nvPr/>
        </p:nvSpPr>
        <p:spPr>
          <a:xfrm>
            <a:off x="3017520" y="3968496"/>
            <a:ext cx="1737360" cy="502920"/>
          </a:xfrm>
          <a:prstGeom prst="roundRect">
            <a:avLst>
              <a:gd name="adj" fmla="val 9091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nim-5-49"/>
          <p:cNvSpPr txBox="1"/>
          <p:nvPr/>
        </p:nvSpPr>
        <p:spPr>
          <a:xfrm>
            <a:off x="3017520" y="396849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15 - 10</a:t>
            </a:r>
            <a:endParaRPr lang="en-US" sz="1300" dirty="0"/>
          </a:p>
        </p:txBody>
      </p:sp>
      <p:sp>
        <p:nvSpPr>
          <p:cNvPr id="34" name="anim-6-50"/>
          <p:cNvSpPr txBox="1"/>
          <p:nvPr/>
        </p:nvSpPr>
        <p:spPr>
          <a:xfrm>
            <a:off x="4800600" y="396849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→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35" name="anim-6-50"/>
          <p:cNvSpPr/>
          <p:nvPr/>
        </p:nvSpPr>
        <p:spPr>
          <a:xfrm>
            <a:off x="5212080" y="3968496"/>
            <a:ext cx="914400" cy="502920"/>
          </a:xfrm>
          <a:prstGeom prst="roundRect">
            <a:avLst>
              <a:gd name="adj" fmla="val 9091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anim-6-50"/>
          <p:cNvSpPr txBox="1"/>
          <p:nvPr/>
        </p:nvSpPr>
        <p:spPr>
          <a:xfrm>
            <a:off x="5212080" y="39684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anim-6-50"/>
          <p:cNvSpPr txBox="1"/>
          <p:nvPr/>
        </p:nvSpPr>
        <p:spPr>
          <a:xfrm>
            <a:off x="6309360" y="39684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left to right</a:t>
            </a:r>
            <a:endParaRPr lang="en-US" sz="115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37268590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CHECK YOUR UNDERSTANDING · QUIZ 2</a:t>
            </a:r>
            <a:endParaRPr lang="en-US" sz="900" dirty="0">
              <a:latin typeface="Cambria"/>
              <a:ea typeface="Cambria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32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70957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502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With let a = 10; let b = "10"; what does a === b return?</a:t>
            </a:r>
            <a:endParaRPr lang="en-US" sz="2100" dirty="0">
              <a:latin typeface="Cambria"/>
              <a:ea typeface="Cambria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1188720" y="1389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Click an answer to check it.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1" name="btn">
            <a:hlinkClick r:id="" action="ppaction://noaction"/>
          </p:cNvPr>
          <p:cNvSpPr/>
          <p:nvPr/>
        </p:nvSpPr>
        <p:spPr>
          <a:xfrm>
            <a:off x="45720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true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65836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A</a:t>
            </a:r>
            <a:endParaRPr lang="en-US" sz="1500" dirty="0">
              <a:latin typeface="Cambria"/>
              <a:ea typeface="Cambria"/>
            </a:endParaRPr>
          </a:p>
        </p:txBody>
      </p:sp>
      <p:sp>
        <p:nvSpPr>
          <p:cNvPr id="13" name="btn">
            <a:hlinkClick r:id="" action="ppaction://noaction"/>
          </p:cNvPr>
          <p:cNvSpPr/>
          <p:nvPr/>
        </p:nvSpPr>
        <p:spPr>
          <a:xfrm>
            <a:off x="466344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false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86460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B</a:t>
            </a:r>
            <a:endParaRPr lang="en-US" sz="1500" dirty="0">
              <a:latin typeface="Cambria"/>
              <a:ea typeface="Cambria"/>
            </a:endParaRPr>
          </a:p>
        </p:txBody>
      </p:sp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45720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"10"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6" name="btn">
            <a:hlinkClick r:id="" action="ppaction://noaction"/>
          </p:cNvPr>
          <p:cNvSpPr/>
          <p:nvPr/>
        </p:nvSpPr>
        <p:spPr>
          <a:xfrm>
            <a:off x="65836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C</a:t>
            </a:r>
            <a:endParaRPr lang="en-US" sz="1500" dirty="0">
              <a:latin typeface="Cambria"/>
              <a:ea typeface="Cambria"/>
            </a:endParaRPr>
          </a:p>
        </p:txBody>
      </p:sp>
      <p:sp>
        <p:nvSpPr>
          <p:cNvPr id="17" name="btn">
            <a:hlinkClick r:id="" action="ppaction://noaction"/>
          </p:cNvPr>
          <p:cNvSpPr/>
          <p:nvPr/>
        </p:nvSpPr>
        <p:spPr>
          <a:xfrm>
            <a:off x="466344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undefined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86460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D</a:t>
            </a:r>
            <a:endParaRPr lang="en-US" sz="15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43589479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06</a:t>
            </a:r>
            <a:endParaRPr lang="en-US" sz="8000" dirty="0">
              <a:latin typeface="Cambria"/>
              <a:ea typeface="Cambri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Events, Functions, and Control Flow</a:t>
            </a:r>
            <a:endParaRPr lang="en-US" sz="3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F4466"/>
                </a:solidFill>
                <a:latin typeface="Cambria"/>
                <a:ea typeface="Cambria"/>
                <a:cs typeface="Calibri" pitchFamily="34" charset="-120"/>
              </a:rPr>
              <a:t>Reusing code, reacting to users, and making decisions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F6485"/>
                </a:solidFill>
                <a:latin typeface="Cambria"/>
                <a:ea typeface="Cambria"/>
                <a:cs typeface="Calibri" pitchFamily="34" charset="-120"/>
              </a:rPr>
              <a:t>33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3F0FA"/>
          </a:solidFill>
          <a:ln>
            <a:solidFill>
              <a:srgbClr val="F3F0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FUNCTIONS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Functions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34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 function is a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named block of code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that runs when it is called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It can take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parameters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(inputs) and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return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a value (output)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Write it once, then call it as many times as you need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2743200"/>
            <a:ext cx="3931920" cy="1874520"/>
          </a:xfrm>
          <a:prstGeom prst="roundRect">
            <a:avLst>
              <a:gd name="adj" fmla="val 390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284378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284378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284378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097280" y="279806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3072384"/>
            <a:ext cx="365760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</a:t>
            </a:r>
            <a:endParaRPr lang="en-US" sz="1200" dirty="0"/>
          </a:p>
        </p:txBody>
      </p:sp>
      <p:sp>
        <p:nvSpPr>
          <p:cNvPr id="15" name="anim-1-51"/>
          <p:cNvSpPr/>
          <p:nvPr/>
        </p:nvSpPr>
        <p:spPr>
          <a:xfrm>
            <a:off x="4663440" y="1188720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nim-1-51"/>
          <p:cNvSpPr txBox="1"/>
          <p:nvPr/>
        </p:nvSpPr>
        <p:spPr>
          <a:xfrm>
            <a:off x="4773168" y="11887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endParaRPr lang="en-US" sz="1100" dirty="0"/>
          </a:p>
        </p:txBody>
      </p:sp>
      <p:sp>
        <p:nvSpPr>
          <p:cNvPr id="17" name="anim-1-51"/>
          <p:cNvSpPr txBox="1"/>
          <p:nvPr/>
        </p:nvSpPr>
        <p:spPr>
          <a:xfrm>
            <a:off x="5897880" y="118872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keyword that starts the definition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18" name="anim-2-52"/>
          <p:cNvSpPr/>
          <p:nvPr/>
        </p:nvSpPr>
        <p:spPr>
          <a:xfrm>
            <a:off x="4663440" y="1755648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nim-2-52"/>
          <p:cNvSpPr txBox="1"/>
          <p:nvPr/>
        </p:nvSpPr>
        <p:spPr>
          <a:xfrm>
            <a:off x="4773168" y="175564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endParaRPr lang="en-US" sz="1100" dirty="0"/>
          </a:p>
        </p:txBody>
      </p:sp>
      <p:sp>
        <p:nvSpPr>
          <p:cNvPr id="20" name="anim-2-52"/>
          <p:cNvSpPr txBox="1"/>
          <p:nvPr/>
        </p:nvSpPr>
        <p:spPr>
          <a:xfrm>
            <a:off x="5897880" y="175564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the function name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1" name="anim-3-53"/>
          <p:cNvSpPr/>
          <p:nvPr/>
        </p:nvSpPr>
        <p:spPr>
          <a:xfrm>
            <a:off x="4663440" y="2322576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nim-3-53"/>
          <p:cNvSpPr txBox="1"/>
          <p:nvPr/>
        </p:nvSpPr>
        <p:spPr>
          <a:xfrm>
            <a:off x="4773168" y="232257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b)</a:t>
            </a:r>
            <a:endParaRPr lang="en-US" sz="1100" dirty="0"/>
          </a:p>
        </p:txBody>
      </p:sp>
      <p:sp>
        <p:nvSpPr>
          <p:cNvPr id="23" name="anim-3-53"/>
          <p:cNvSpPr txBox="1"/>
          <p:nvPr/>
        </p:nvSpPr>
        <p:spPr>
          <a:xfrm>
            <a:off x="5897880" y="232257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parameters: inputs to the function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4" name="anim-4-54"/>
          <p:cNvSpPr/>
          <p:nvPr/>
        </p:nvSpPr>
        <p:spPr>
          <a:xfrm>
            <a:off x="4663440" y="2889504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nim-4-54"/>
          <p:cNvSpPr txBox="1"/>
          <p:nvPr/>
        </p:nvSpPr>
        <p:spPr>
          <a:xfrm>
            <a:off x="4773168" y="288950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... }</a:t>
            </a:r>
            <a:endParaRPr lang="en-US" sz="1100" dirty="0"/>
          </a:p>
        </p:txBody>
      </p:sp>
      <p:sp>
        <p:nvSpPr>
          <p:cNvPr id="26" name="anim-4-54"/>
          <p:cNvSpPr txBox="1"/>
          <p:nvPr/>
        </p:nvSpPr>
        <p:spPr>
          <a:xfrm>
            <a:off x="5897880" y="288950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the body: code that runs on each call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7" name="anim-5-55"/>
          <p:cNvSpPr/>
          <p:nvPr/>
        </p:nvSpPr>
        <p:spPr>
          <a:xfrm>
            <a:off x="4663440" y="3456432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anim-5-55"/>
          <p:cNvSpPr txBox="1"/>
          <p:nvPr/>
        </p:nvSpPr>
        <p:spPr>
          <a:xfrm>
            <a:off x="4773168" y="345643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100" dirty="0"/>
          </a:p>
        </p:txBody>
      </p:sp>
      <p:sp>
        <p:nvSpPr>
          <p:cNvPr id="29" name="anim-5-55"/>
          <p:cNvSpPr txBox="1"/>
          <p:nvPr/>
        </p:nvSpPr>
        <p:spPr>
          <a:xfrm>
            <a:off x="5897880" y="345643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sends a value back to the caller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30" name="anim-6-56"/>
          <p:cNvSpPr/>
          <p:nvPr/>
        </p:nvSpPr>
        <p:spPr>
          <a:xfrm>
            <a:off x="4663440" y="4023360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anim-6-56"/>
          <p:cNvSpPr txBox="1"/>
          <p:nvPr/>
        </p:nvSpPr>
        <p:spPr>
          <a:xfrm>
            <a:off x="4773168" y="402336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add(4, 6)</a:t>
            </a:r>
            <a:endParaRPr lang="en-US" sz="1100" dirty="0"/>
          </a:p>
        </p:txBody>
      </p:sp>
      <p:sp>
        <p:nvSpPr>
          <p:cNvPr id="32" name="anim-6-56"/>
          <p:cNvSpPr txBox="1"/>
          <p:nvPr/>
        </p:nvSpPr>
        <p:spPr>
          <a:xfrm>
            <a:off x="5897880" y="40233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 call, with arguments 4 and 6</a:t>
            </a:r>
            <a:endParaRPr lang="en-US" sz="105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68796920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EVENTS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Events: reacting to the user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35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An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event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is something that happens on the page, such as a click or a key press. JavaScript can run a function when it happens.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1737360"/>
            <a:ext cx="4572000" cy="201168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18379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18379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18379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097280" y="179222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2066544"/>
            <a:ext cx="42976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"btn"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 me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"out"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&gt;&lt;/p&gt;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sayHello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"out"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innerHTML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"Hello!"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"btn"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sayHello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3840480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66928" y="3931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85800" y="3931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04672" y="3931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005840" y="389534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1097280" y="389991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localhost/index.html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93776" y="4114800"/>
            <a:ext cx="4498848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30936" y="4224528"/>
            <a:ext cx="777240" cy="237744"/>
          </a:xfrm>
          <a:prstGeom prst="roundRect">
            <a:avLst>
              <a:gd name="adj" fmla="val 11538"/>
            </a:avLst>
          </a:prstGeom>
          <a:solidFill>
            <a:srgbClr val="EFEFEF"/>
          </a:solidFill>
          <a:ln w="9525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30936" y="422452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Cambria"/>
                <a:ea typeface="Cambria"/>
                <a:cs typeface="Arial" pitchFamily="34" charset="-120"/>
              </a:rPr>
              <a:t>Click me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24" name="anim-1-57"/>
          <p:cNvSpPr txBox="1"/>
          <p:nvPr/>
        </p:nvSpPr>
        <p:spPr>
          <a:xfrm>
            <a:off x="1591056" y="4224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Hello!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25" name="anim-1-57"/>
          <p:cNvSpPr txBox="1"/>
          <p:nvPr/>
        </p:nvSpPr>
        <p:spPr>
          <a:xfrm>
            <a:off x="2231136" y="4224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← appears after the click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5303520" y="1737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COMMON EVENTS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303520" y="1993392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5303520" y="19933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6492240" y="1993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an element is clicked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303520" y="24688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5303520" y="24688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6492240" y="24688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an input value changes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5303520" y="294436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5303520" y="29443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mouseover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6492240" y="29443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the pointer moves onto an element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5303520" y="3419856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5303520" y="341985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keyup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6492240" y="341985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 key is released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5303520" y="3895344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 txBox="1"/>
          <p:nvPr/>
        </p:nvSpPr>
        <p:spPr>
          <a:xfrm>
            <a:off x="5303520" y="38953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6492240" y="389534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the page has finished loading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42" name="Text 39"/>
          <p:cNvSpPr txBox="1"/>
          <p:nvPr/>
        </p:nvSpPr>
        <p:spPr>
          <a:xfrm>
            <a:off x="5303520" y="4434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Older style: &lt;button onclick="sayHello()"&gt;</a:t>
            </a:r>
            <a:endParaRPr lang="en-US" sz="95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30939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CONTROL FLOW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Making decisions: if / else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36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114800" cy="2377440"/>
          </a:xfrm>
          <a:prstGeom prst="roundRect">
            <a:avLst>
              <a:gd name="adj" fmla="val 307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97280" y="124358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grade.js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1517904"/>
            <a:ext cx="384048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2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</a:t>
            </a:r>
            <a:r>
              <a:rPr lang="en-US" sz="12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"A+"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</a:t>
            </a:r>
            <a:r>
              <a:rPr lang="en-US" sz="12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"Keep going"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prints "A"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7033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The condition in </a:t>
            </a:r>
            <a:r>
              <a:rPr lang="en-US" sz="11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is checked; if it is true, its block runs</a:t>
            </a:r>
            <a:endParaRPr lang="en-US" sz="1150" dirty="0">
              <a:latin typeface="Cambria"/>
              <a:ea typeface="Cambria"/>
            </a:endParaRP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Use </a:t>
            </a:r>
            <a:r>
              <a:rPr lang="en-US" sz="11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</a:t>
            </a: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to try another condition, and </a:t>
            </a:r>
            <a:r>
              <a:rPr lang="en-US" sz="11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to catch the rest</a:t>
            </a:r>
            <a:endParaRPr lang="en-US" sz="1150" dirty="0">
              <a:latin typeface="Cambria"/>
              <a:ea typeface="Cambria"/>
            </a:endParaRP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Only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one</a:t>
            </a: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block runs</a:t>
            </a:r>
            <a:endParaRPr lang="en-US" sz="1150" dirty="0"/>
          </a:p>
        </p:txBody>
      </p:sp>
      <p:sp>
        <p:nvSpPr>
          <p:cNvPr id="15" name="anim-1-58"/>
          <p:cNvSpPr/>
          <p:nvPr/>
        </p:nvSpPr>
        <p:spPr>
          <a:xfrm>
            <a:off x="5806440" y="1188720"/>
            <a:ext cx="1645920" cy="640080"/>
          </a:xfrm>
          <a:prstGeom prst="diamond">
            <a:avLst/>
          </a:prstGeom>
          <a:solidFill>
            <a:srgbClr val="F1ECFA"/>
          </a:solidFill>
          <a:ln w="12700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nim-1-58"/>
          <p:cNvSpPr txBox="1"/>
          <p:nvPr/>
        </p:nvSpPr>
        <p:spPr>
          <a:xfrm>
            <a:off x="5806440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&gt;= 80</a:t>
            </a:r>
            <a:endParaRPr lang="en-US" sz="950" dirty="0"/>
          </a:p>
        </p:txBody>
      </p:sp>
      <p:sp>
        <p:nvSpPr>
          <p:cNvPr id="17" name="anim-1-58"/>
          <p:cNvSpPr/>
          <p:nvPr/>
        </p:nvSpPr>
        <p:spPr>
          <a:xfrm>
            <a:off x="7452360" y="1508760"/>
            <a:ext cx="937260" cy="914"/>
          </a:xfrm>
          <a:prstGeom prst="line">
            <a:avLst/>
          </a:prstGeom>
          <a:noFill/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nim-1-58"/>
          <p:cNvSpPr/>
          <p:nvPr/>
        </p:nvSpPr>
        <p:spPr>
          <a:xfrm>
            <a:off x="8389620" y="1508760"/>
            <a:ext cx="914" cy="182880"/>
          </a:xfrm>
          <a:prstGeom prst="line">
            <a:avLst/>
          </a:prstGeom>
          <a:noFill/>
          <a:ln w="15875">
            <a:solidFill>
              <a:srgbClr val="8E6C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anim-1-58"/>
          <p:cNvSpPr/>
          <p:nvPr/>
        </p:nvSpPr>
        <p:spPr>
          <a:xfrm>
            <a:off x="7818120" y="1691640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nim-1-58"/>
          <p:cNvSpPr txBox="1"/>
          <p:nvPr/>
        </p:nvSpPr>
        <p:spPr>
          <a:xfrm>
            <a:off x="7818120" y="16916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A+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21" name="anim-1-58"/>
          <p:cNvSpPr txBox="1"/>
          <p:nvPr/>
        </p:nvSpPr>
        <p:spPr>
          <a:xfrm>
            <a:off x="7498080" y="12801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9E6B"/>
                </a:solidFill>
                <a:latin typeface="Cambria"/>
                <a:ea typeface="Cambria"/>
                <a:cs typeface="Calibri" pitchFamily="34" charset="-120"/>
              </a:rPr>
              <a:t>yes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22" name="anim-2-59"/>
          <p:cNvSpPr/>
          <p:nvPr/>
        </p:nvSpPr>
        <p:spPr>
          <a:xfrm>
            <a:off x="6629400" y="1828800"/>
            <a:ext cx="914" cy="320040"/>
          </a:xfrm>
          <a:prstGeom prst="line">
            <a:avLst/>
          </a:prstGeom>
          <a:noFill/>
          <a:ln w="15875">
            <a:solidFill>
              <a:srgbClr val="8E6C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im-2-59"/>
          <p:cNvSpPr txBox="1"/>
          <p:nvPr/>
        </p:nvSpPr>
        <p:spPr>
          <a:xfrm>
            <a:off x="6702552" y="1874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64545"/>
                </a:solidFill>
                <a:latin typeface="Cambria"/>
                <a:ea typeface="Cambria"/>
                <a:cs typeface="Calibri" pitchFamily="34" charset="-120"/>
              </a:rPr>
              <a:t>no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24" name="anim-2-59"/>
          <p:cNvSpPr/>
          <p:nvPr/>
        </p:nvSpPr>
        <p:spPr>
          <a:xfrm>
            <a:off x="5806440" y="2148840"/>
            <a:ext cx="1645920" cy="640080"/>
          </a:xfrm>
          <a:prstGeom prst="diamond">
            <a:avLst/>
          </a:prstGeom>
          <a:solidFill>
            <a:srgbClr val="F1ECFA"/>
          </a:solidFill>
          <a:ln w="12700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nim-2-59"/>
          <p:cNvSpPr txBox="1"/>
          <p:nvPr/>
        </p:nvSpPr>
        <p:spPr>
          <a:xfrm>
            <a:off x="5806440" y="2148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&gt;= 70</a:t>
            </a:r>
            <a:endParaRPr lang="en-US" sz="950" dirty="0"/>
          </a:p>
        </p:txBody>
      </p:sp>
      <p:sp>
        <p:nvSpPr>
          <p:cNvPr id="26" name="anim-2-59"/>
          <p:cNvSpPr/>
          <p:nvPr/>
        </p:nvSpPr>
        <p:spPr>
          <a:xfrm>
            <a:off x="7452360" y="2468880"/>
            <a:ext cx="937260" cy="914"/>
          </a:xfrm>
          <a:prstGeom prst="line">
            <a:avLst/>
          </a:prstGeom>
          <a:noFill/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nim-2-59"/>
          <p:cNvSpPr/>
          <p:nvPr/>
        </p:nvSpPr>
        <p:spPr>
          <a:xfrm>
            <a:off x="8389620" y="2468880"/>
            <a:ext cx="914" cy="182880"/>
          </a:xfrm>
          <a:prstGeom prst="line">
            <a:avLst/>
          </a:prstGeom>
          <a:noFill/>
          <a:ln w="15875">
            <a:solidFill>
              <a:srgbClr val="8E6C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anim-2-59"/>
          <p:cNvSpPr/>
          <p:nvPr/>
        </p:nvSpPr>
        <p:spPr>
          <a:xfrm>
            <a:off x="7818120" y="2651760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663399"/>
          </a:solidFill>
          <a:ln w="12700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anim-2-59"/>
          <p:cNvSpPr txBox="1"/>
          <p:nvPr/>
        </p:nvSpPr>
        <p:spPr>
          <a:xfrm>
            <a:off x="7818120" y="26517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A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30" name="anim-2-59"/>
          <p:cNvSpPr txBox="1"/>
          <p:nvPr/>
        </p:nvSpPr>
        <p:spPr>
          <a:xfrm>
            <a:off x="7498080" y="22402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9E6B"/>
                </a:solidFill>
                <a:latin typeface="Cambria"/>
                <a:ea typeface="Cambria"/>
                <a:cs typeface="Calibri" pitchFamily="34" charset="-120"/>
              </a:rPr>
              <a:t>yes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1" name="anim-3-60"/>
          <p:cNvSpPr/>
          <p:nvPr/>
        </p:nvSpPr>
        <p:spPr>
          <a:xfrm>
            <a:off x="6629400" y="2788920"/>
            <a:ext cx="914" cy="365760"/>
          </a:xfrm>
          <a:prstGeom prst="line">
            <a:avLst/>
          </a:prstGeom>
          <a:noFill/>
          <a:ln w="15875">
            <a:solidFill>
              <a:srgbClr val="8E6C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anim-3-60"/>
          <p:cNvSpPr txBox="1"/>
          <p:nvPr/>
        </p:nvSpPr>
        <p:spPr>
          <a:xfrm>
            <a:off x="6702552" y="28346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64545"/>
                </a:solidFill>
                <a:latin typeface="Cambria"/>
                <a:ea typeface="Cambria"/>
                <a:cs typeface="Calibri" pitchFamily="34" charset="-120"/>
              </a:rPr>
              <a:t>no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3" name="anim-3-60"/>
          <p:cNvSpPr/>
          <p:nvPr/>
        </p:nvSpPr>
        <p:spPr>
          <a:xfrm>
            <a:off x="6062472" y="3154680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anim-3-60"/>
          <p:cNvSpPr txBox="1"/>
          <p:nvPr/>
        </p:nvSpPr>
        <p:spPr>
          <a:xfrm>
            <a:off x="6062472" y="31546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Keep going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35" name="Text 32"/>
          <p:cNvSpPr txBox="1"/>
          <p:nvPr/>
        </p:nvSpPr>
        <p:spPr>
          <a:xfrm>
            <a:off x="5120640" y="3977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marks = 72 follows the highlighted path.</a:t>
            </a:r>
            <a:endParaRPr lang="en-US" sz="105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0991173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CONTROL FLOW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Repeating code: loops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37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143000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63040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When you know how many times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7200" y="1783080"/>
            <a:ext cx="2624328" cy="1874520"/>
          </a:xfrm>
          <a:prstGeom prst="roundRect">
            <a:avLst>
              <a:gd name="adj" fmla="val 390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" y="18836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40664" y="18836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86968" y="18836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94360" y="2112264"/>
            <a:ext cx="235000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r>
              <a:rPr lang="en-US" sz="10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794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CONSOLE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16" name="anim-1-61"/>
          <p:cNvSpPr/>
          <p:nvPr/>
        </p:nvSpPr>
        <p:spPr>
          <a:xfrm>
            <a:off x="457200" y="4023360"/>
            <a:ext cx="2624328" cy="502920"/>
          </a:xfrm>
          <a:prstGeom prst="roundRect">
            <a:avLst>
              <a:gd name="adj" fmla="val 9091"/>
            </a:avLst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im-1-61"/>
          <p:cNvSpPr txBox="1"/>
          <p:nvPr/>
        </p:nvSpPr>
        <p:spPr>
          <a:xfrm>
            <a:off x="59436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1  2  3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264408" y="1143000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3264408" y="1463040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While a condition stays true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264408" y="1783080"/>
            <a:ext cx="2624328" cy="1874520"/>
          </a:xfrm>
          <a:prstGeom prst="roundRect">
            <a:avLst>
              <a:gd name="adj" fmla="val 390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401568" y="18836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547872" y="18836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694176" y="18836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3401568" y="2112264"/>
            <a:ext cx="235000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3264408" y="3794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CONSOLE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26" name="anim-2-62"/>
          <p:cNvSpPr/>
          <p:nvPr/>
        </p:nvSpPr>
        <p:spPr>
          <a:xfrm>
            <a:off x="3264408" y="4023360"/>
            <a:ext cx="2624328" cy="502920"/>
          </a:xfrm>
          <a:prstGeom prst="roundRect">
            <a:avLst>
              <a:gd name="adj" fmla="val 9091"/>
            </a:avLst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nim-2-62"/>
          <p:cNvSpPr txBox="1"/>
          <p:nvPr/>
        </p:nvSpPr>
        <p:spPr>
          <a:xfrm>
            <a:off x="3401568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1  2  3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071616" y="1143000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... while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6071616" y="1463040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Runs at least once, then checks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071616" y="1783080"/>
            <a:ext cx="2624328" cy="1874520"/>
          </a:xfrm>
          <a:prstGeom prst="roundRect">
            <a:avLst>
              <a:gd name="adj" fmla="val 390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208776" y="18836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355080" y="18836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501384" y="18836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6208776" y="2112264"/>
            <a:ext cx="235000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071616" y="3794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CONSOLE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36" name="anim-3-63"/>
          <p:cNvSpPr/>
          <p:nvPr/>
        </p:nvSpPr>
        <p:spPr>
          <a:xfrm>
            <a:off x="6071616" y="4023360"/>
            <a:ext cx="2624328" cy="502920"/>
          </a:xfrm>
          <a:prstGeom prst="roundRect">
            <a:avLst>
              <a:gd name="adj" fmla="val 9091"/>
            </a:avLst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anim-3-63"/>
          <p:cNvSpPr txBox="1"/>
          <p:nvPr/>
        </p:nvSpPr>
        <p:spPr>
          <a:xfrm>
            <a:off x="6208776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56794753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6" grpId="0" animBg="1"/>
      <p:bldP spid="27" grpId="0" animBg="1"/>
      <p:bldP spid="36" grpId="0" animBg="1"/>
      <p:bldP spid="3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PRACTICE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Try it yourself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38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3291840" cy="3429000"/>
          </a:xfrm>
          <a:prstGeom prst="roundRect">
            <a:avLst>
              <a:gd name="adj" fmla="val 2222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1" y="15837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580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Mini calculator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685800" y="25603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Build a page with two number inputs and an Add button. Put the JavaScript in an external myScript.js file.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6858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Time: 20 minutes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023360" y="12618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4480560" y="1188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Link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myScript.js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with the src attribute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023360" y="18379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4480560" y="17647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Write a function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add(a, b)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that returns the sum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023360" y="24140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4480560" y="23408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Run it when the button is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clicked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4023360" y="2990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4480560" y="29169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Show the result with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innerHTML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4023360" y="35661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4480560" y="34930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If the result is over 100, also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alert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"Big number!"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4023360" y="41422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4480560" y="4069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Log every result with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console.log</a:t>
            </a:r>
            <a:endParaRPr lang="en-US" sz="125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709624331"/>
      </p:ext>
    </p:extLst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KEY TAKEAWAYS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45720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What to remember from today</a:t>
            </a:r>
            <a:endParaRPr lang="en-US" sz="2600" dirty="0">
              <a:latin typeface="Cambria"/>
              <a:ea typeface="Cambria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3F0FA"/>
          </a:solidFill>
          <a:ln w="12700">
            <a:solidFill>
              <a:srgbClr val="F3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21792" y="151790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21792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1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234440" y="133502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JavaScript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 adds behaviour to HTML. It follows the ECMAScript standard and is not Java.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63440" y="128016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3F0FA"/>
          </a:solidFill>
          <a:ln w="12700">
            <a:solidFill>
              <a:srgbClr val="F3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28032" y="151790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828032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2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5440680" y="133502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Put scripts in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external .js files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 linked with src, near the end of the body.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57200" y="237744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3F0FA"/>
          </a:solidFill>
          <a:ln w="12700">
            <a:solidFill>
              <a:srgbClr val="F3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1792" y="261518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2179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3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1234440" y="243230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Declare with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let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 and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const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; types are dynamic, and typeof tells you the type.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663440" y="237744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3F0FA"/>
          </a:solidFill>
          <a:ln w="12700">
            <a:solidFill>
              <a:srgbClr val="F3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828032" y="261518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82803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4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5440680" y="243230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Numbers are 64-bit floats, so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0.1 + 0.2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 is not exactly 0.3.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57200" y="347472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3F0FA"/>
          </a:solidFill>
          <a:ln w="12700">
            <a:solidFill>
              <a:srgbClr val="F3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21792" y="371246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621792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5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1234440" y="352958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Output with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innerHTML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, document.write, alert, or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console.log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.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663440" y="347472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3F0FA"/>
          </a:solidFill>
          <a:ln w="12700">
            <a:solidFill>
              <a:srgbClr val="F3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828032" y="371246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4828032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6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5440680" y="352958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Use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===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,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functions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,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events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,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if/else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, and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loops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 to build real behaviour.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30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3F0FA"/>
          </a:solidFill>
          <a:ln>
            <a:solidFill>
              <a:srgbClr val="F3F0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FURTHER READING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Books and references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Lecture 03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40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7548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" y="1325880"/>
            <a:ext cx="438912" cy="438912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197" y="1439997"/>
            <a:ext cx="210678" cy="21067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13258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Course books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685800" y="1874520"/>
            <a:ext cx="43891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Sams Teach Yourself Ajax, JavaScript and PHP All in One</a:t>
            </a:r>
            <a:r>
              <a:rPr lang="en-US" sz="9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, Ballard and Moncur; Sams, 2010</a:t>
            </a:r>
            <a:endParaRPr lang="en-US" sz="950" dirty="0">
              <a:latin typeface="Cambria"/>
              <a:ea typeface="Cambria"/>
            </a:endParaRP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JavaScript Phrasebook</a:t>
            </a:r>
            <a:r>
              <a:rPr lang="en-US" sz="9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, Christian Wenz; Sams, 2007</a:t>
            </a:r>
            <a:endParaRPr lang="en-US" sz="950" dirty="0">
              <a:latin typeface="Cambria"/>
              <a:ea typeface="Cambria"/>
            </a:endParaRP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PHP and MySQL Web Development, 4/E</a:t>
            </a:r>
            <a:r>
              <a:rPr lang="en-US" sz="9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, Welling and Thomson; Addison-Wesley, 2009</a:t>
            </a:r>
            <a:endParaRPr lang="en-US" sz="950" dirty="0">
              <a:latin typeface="Cambria"/>
              <a:ea typeface="Cambria"/>
            </a:endParaRP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JavaScript for Programmers</a:t>
            </a:r>
            <a:r>
              <a:rPr lang="en-US" sz="9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, P. J. Deitel and H. M. Deitel; Prentice Hall, 2009</a:t>
            </a:r>
            <a:endParaRPr lang="en-US" sz="950" dirty="0">
              <a:latin typeface="Cambria"/>
              <a:ea typeface="Cambria"/>
            </a:endParaRP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Beginning PHP5, Apache, and MySQL Web Development</a:t>
            </a:r>
            <a:r>
              <a:rPr lang="en-US" sz="9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, Naramore et al.; Wiley, 2005</a:t>
            </a:r>
            <a:endParaRPr lang="en-US" sz="950" dirty="0">
              <a:latin typeface="Cambria"/>
              <a:ea typeface="Cambria"/>
            </a:endParaRP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XML in a Nutshell, 3/E</a:t>
            </a:r>
            <a:r>
              <a:rPr lang="en-US" sz="9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, Harold and Means; O'Reilly, 2004</a:t>
            </a:r>
            <a:endParaRPr lang="en-US" sz="950" dirty="0">
              <a:latin typeface="Cambria"/>
              <a:ea typeface="Cambria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5486400" y="1188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ONLINE: CLICK TO OPEN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14" name="btn">
            <a:hlinkClick r:id="rId5"/>
          </p:cNvPr>
          <p:cNvSpPr/>
          <p:nvPr/>
        </p:nvSpPr>
        <p:spPr>
          <a:xfrm>
            <a:off x="5486400" y="1463040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W3Schools JavaScript  ↗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www.w3schools.com/js/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15" name="btn">
            <a:hlinkClick r:id="rId6"/>
          </p:cNvPr>
          <p:cNvSpPr/>
          <p:nvPr/>
        </p:nvSpPr>
        <p:spPr>
          <a:xfrm>
            <a:off x="5486400" y="2249424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MDN JavaScript Guide  ↗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developer.mozilla.org/en-US/docs/Web/JavaScript/Guide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16" name="btn">
            <a:hlinkClick r:id="rId7"/>
          </p:cNvPr>
          <p:cNvSpPr/>
          <p:nvPr/>
        </p:nvSpPr>
        <p:spPr>
          <a:xfrm>
            <a:off x="5486400" y="3035808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History of JavaScript  ↗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www.springboard.com/blog/history-of-javascript/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17" name="btn">
            <a:hlinkClick r:id="rId8"/>
          </p:cNvPr>
          <p:cNvSpPr/>
          <p:nvPr/>
        </p:nvSpPr>
        <p:spPr>
          <a:xfrm>
            <a:off x="5486400" y="3822192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PHP Documentation  ↗</a:t>
            </a:r>
            <a:endParaRPr lang="en-US" sz="12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www.php.net/docs.php</a:t>
            </a:r>
            <a:endParaRPr lang="en-US" sz="12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349556032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 [1791173179211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368E407-0372-45CE-9A8F-904BB07CF6AE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86e1c73-e431-473b-bd57-c22347b6443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4362</Words>
  <Application>Microsoft Office PowerPoint</Application>
  <PresentationFormat>On-screen Show (16:9)</PresentationFormat>
  <Paragraphs>939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Cambria</vt:lpstr>
      <vt:lpstr>Courier New</vt:lpstr>
      <vt:lpstr>Office Theme [1791173179211]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03 — JavaScript Introduction</dc:title>
  <dc:subject>PptxGenJS Presentation</dc:subject>
  <dc:creator>Rifat Al Mamun Rudro</dc:creator>
  <cp:lastModifiedBy>RIFAT AL MAMUN RUDRO</cp:lastModifiedBy>
  <cp:revision>2</cp:revision>
  <dcterms:created xsi:type="dcterms:W3CDTF">2026-09-30T04:01:32Z</dcterms:created>
  <dcterms:modified xsi:type="dcterms:W3CDTF">2026-10-05T11:05:57Z</dcterms:modified>
</cp:coreProperties>
</file>