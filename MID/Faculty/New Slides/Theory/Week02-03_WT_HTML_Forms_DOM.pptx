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33"/>
  </p:notesMasterIdLst>
  <p:sldIdLst>
    <p:sldId id="296" r:id="rId2"/>
    <p:sldId id="297" r:id="rId3"/>
    <p:sldId id="288" r:id="rId4"/>
    <p:sldId id="298" r:id="rId5"/>
    <p:sldId id="299" r:id="rId6"/>
    <p:sldId id="300" r:id="rId7"/>
    <p:sldId id="289" r:id="rId8"/>
    <p:sldId id="301" r:id="rId9"/>
    <p:sldId id="302" r:id="rId10"/>
    <p:sldId id="290" r:id="rId11"/>
    <p:sldId id="303" r:id="rId12"/>
    <p:sldId id="304" r:id="rId13"/>
    <p:sldId id="305" r:id="rId14"/>
    <p:sldId id="291" r:id="rId15"/>
    <p:sldId id="306" r:id="rId16"/>
    <p:sldId id="307" r:id="rId17"/>
    <p:sldId id="308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292" r:id="rId27"/>
    <p:sldId id="317" r:id="rId28"/>
    <p:sldId id="318" r:id="rId29"/>
    <p:sldId id="319" r:id="rId30"/>
    <p:sldId id="294" r:id="rId31"/>
    <p:sldId id="320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4CF31F-C631-4D81-A635-42D69A75D44E}" v="3" dt="2026-10-05T08:36:36.9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FAT AL MAMUN RUDRO" userId="24b27b9a-aab3-4351-8aca-a88306e0f932" providerId="ADAL" clId="{DB9BBBDC-F455-4572-BF35-B25E0968203C}"/>
    <pc:docChg chg="custSel addSld delSld modSld addMainMaster delMainMaster">
      <pc:chgData name="RIFAT AL MAMUN RUDRO" userId="24b27b9a-aab3-4351-8aca-a88306e0f932" providerId="ADAL" clId="{DB9BBBDC-F455-4572-BF35-B25E0968203C}" dt="2026-10-05T08:36:56.637" v="1716"/>
      <pc:docMkLst>
        <pc:docMk/>
      </pc:docMkLst>
      <pc:sldChg chg="modSp del mod modClrScheme chgLayout">
        <pc:chgData name="RIFAT AL MAMUN RUDRO" userId="24b27b9a-aab3-4351-8aca-a88306e0f932" providerId="ADAL" clId="{DB9BBBDC-F455-4572-BF35-B25E0968203C}" dt="2026-10-05T08:36:52.804" v="1670"/>
        <pc:sldMkLst>
          <pc:docMk/>
          <pc:sldMk cId="0" sldId="257"/>
        </pc:sldMkLst>
        <pc:spChg chg="mod">
          <ac:chgData name="RIFAT AL MAMUN RUDRO" userId="24b27b9a-aab3-4351-8aca-a88306e0f932" providerId="ADAL" clId="{DB9BBBDC-F455-4572-BF35-B25E0968203C}" dt="2026-10-04T06:51:59.588" v="84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8" v="84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8" v="849"/>
          <ac:spMkLst>
            <pc:docMk/>
            <pc:sldMk cId="0" sldId="257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8" v="850"/>
          <ac:spMkLst>
            <pc:docMk/>
            <pc:sldMk cId="0" sldId="257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1" v="851"/>
          <ac:spMkLst>
            <pc:docMk/>
            <pc:sldMk cId="0" sldId="257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1" v="852"/>
          <ac:spMkLst>
            <pc:docMk/>
            <pc:sldMk cId="0" sldId="257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1" v="853"/>
          <ac:spMkLst>
            <pc:docMk/>
            <pc:sldMk cId="0" sldId="257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1" v="854"/>
          <ac:spMkLst>
            <pc:docMk/>
            <pc:sldMk cId="0" sldId="257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55"/>
          <ac:spMkLst>
            <pc:docMk/>
            <pc:sldMk cId="0" sldId="257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5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5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58"/>
          <ac:spMkLst>
            <pc:docMk/>
            <pc:sldMk cId="0" sldId="257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59"/>
          <ac:spMkLst>
            <pc:docMk/>
            <pc:sldMk cId="0" sldId="257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6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61"/>
          <ac:spMkLst>
            <pc:docMk/>
            <pc:sldMk cId="0" sldId="257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6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63"/>
          <ac:spMkLst>
            <pc:docMk/>
            <pc:sldMk cId="0" sldId="257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64"/>
          <ac:spMkLst>
            <pc:docMk/>
            <pc:sldMk cId="0" sldId="257"/>
            <ac:spMk id="25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2.963" v="1672"/>
        <pc:sldMkLst>
          <pc:docMk/>
          <pc:sldMk cId="0" sldId="259"/>
        </pc:sldMkLst>
        <pc:spChg chg="mod">
          <ac:chgData name="RIFAT AL MAMUN RUDRO" userId="24b27b9a-aab3-4351-8aca-a88306e0f932" providerId="ADAL" clId="{DB9BBBDC-F455-4572-BF35-B25E0968203C}" dt="2026-10-04T06:51:59.593" v="871"/>
          <ac:spMkLst>
            <pc:docMk/>
            <pc:sldMk cId="0" sldId="259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72"/>
          <ac:spMkLst>
            <pc:docMk/>
            <pc:sldMk cId="0" sldId="259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73"/>
          <ac:spMkLst>
            <pc:docMk/>
            <pc:sldMk cId="0" sldId="259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74"/>
          <ac:spMkLst>
            <pc:docMk/>
            <pc:sldMk cId="0" sldId="259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1" v="875"/>
          <ac:spMkLst>
            <pc:docMk/>
            <pc:sldMk cId="0" sldId="259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1" v="8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1" v="877"/>
          <ac:spMkLst>
            <pc:docMk/>
            <pc:sldMk cId="0" sldId="259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1" v="878"/>
          <ac:spMkLst>
            <pc:docMk/>
            <pc:sldMk cId="0" sldId="259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1" v="879"/>
          <ac:spMkLst>
            <pc:docMk/>
            <pc:sldMk cId="0" sldId="259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1" v="88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1" v="881"/>
          <ac:spMkLst>
            <pc:docMk/>
            <pc:sldMk cId="0" sldId="259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3" v="882"/>
          <ac:spMkLst>
            <pc:docMk/>
            <pc:sldMk cId="0" sldId="259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3" v="883"/>
          <ac:spMkLst>
            <pc:docMk/>
            <pc:sldMk cId="0" sldId="259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3" v="88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3" v="885"/>
          <ac:spMkLst>
            <pc:docMk/>
            <pc:sldMk cId="0" sldId="259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3" v="88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3" v="88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3" v="888"/>
          <ac:spMkLst>
            <pc:docMk/>
            <pc:sldMk cId="0" sldId="259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3" v="889"/>
          <ac:spMkLst>
            <pc:docMk/>
            <pc:sldMk cId="0" sldId="259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5" v="890"/>
          <ac:spMkLst>
            <pc:docMk/>
            <pc:sldMk cId="0" sldId="259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5" v="891"/>
          <ac:spMkLst>
            <pc:docMk/>
            <pc:sldMk cId="0" sldId="259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5" v="892"/>
          <ac:spMkLst>
            <pc:docMk/>
            <pc:sldMk cId="0" sldId="259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5" v="893"/>
          <ac:spMkLst>
            <pc:docMk/>
            <pc:sldMk cId="0" sldId="259"/>
            <ac:spMk id="25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3.084" v="1674"/>
        <pc:sldMkLst>
          <pc:docMk/>
          <pc:sldMk cId="0" sldId="260"/>
        </pc:sldMkLst>
        <pc:spChg chg="mod">
          <ac:chgData name="RIFAT AL MAMUN RUDRO" userId="24b27b9a-aab3-4351-8aca-a88306e0f932" providerId="ADAL" clId="{DB9BBBDC-F455-4572-BF35-B25E0968203C}" dt="2026-10-04T06:51:59.607" v="894"/>
          <ac:spMkLst>
            <pc:docMk/>
            <pc:sldMk cId="0" sldId="260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7" v="895"/>
          <ac:spMkLst>
            <pc:docMk/>
            <pc:sldMk cId="0" sldId="260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896"/>
          <ac:spMkLst>
            <pc:docMk/>
            <pc:sldMk cId="0" sldId="260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897"/>
          <ac:spMkLst>
            <pc:docMk/>
            <pc:sldMk cId="0" sldId="260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898"/>
          <ac:spMkLst>
            <pc:docMk/>
            <pc:sldMk cId="0" sldId="260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899"/>
          <ac:spMkLst>
            <pc:docMk/>
            <pc:sldMk cId="0" sldId="260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9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90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902"/>
          <ac:spMkLst>
            <pc:docMk/>
            <pc:sldMk cId="0" sldId="260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90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90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905"/>
          <ac:spMkLst>
            <pc:docMk/>
            <pc:sldMk cId="0" sldId="260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90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08" v="90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08"/>
          <ac:spMkLst>
            <pc:docMk/>
            <pc:sldMk cId="0" sldId="260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09"/>
          <ac:spMkLst>
            <pc:docMk/>
            <pc:sldMk cId="0" sldId="260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1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11"/>
          <ac:spMkLst>
            <pc:docMk/>
            <pc:sldMk cId="0" sldId="260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12"/>
          <ac:spMkLst>
            <pc:docMk/>
            <pc:sldMk cId="0" sldId="260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13"/>
          <ac:spMkLst>
            <pc:docMk/>
            <pc:sldMk cId="0" sldId="260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14"/>
          <ac:spMkLst>
            <pc:docMk/>
            <pc:sldMk cId="0" sldId="260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1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16"/>
          <ac:spMkLst>
            <pc:docMk/>
            <pc:sldMk cId="0" sldId="260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1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18"/>
          <ac:spMkLst>
            <pc:docMk/>
            <pc:sldMk cId="0" sldId="260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19"/>
          <ac:spMkLst>
            <pc:docMk/>
            <pc:sldMk cId="0" sldId="260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20"/>
          <ac:spMkLst>
            <pc:docMk/>
            <pc:sldMk cId="0" sldId="260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21"/>
          <ac:spMkLst>
            <pc:docMk/>
            <pc:sldMk cId="0" sldId="260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22"/>
          <ac:spMkLst>
            <pc:docMk/>
            <pc:sldMk cId="0" sldId="260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23"/>
          <ac:spMkLst>
            <pc:docMk/>
            <pc:sldMk cId="0" sldId="260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24"/>
          <ac:spMkLst>
            <pc:docMk/>
            <pc:sldMk cId="0" sldId="260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25"/>
          <ac:spMkLst>
            <pc:docMk/>
            <pc:sldMk cId="0" sldId="260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26"/>
          <ac:spMkLst>
            <pc:docMk/>
            <pc:sldMk cId="0" sldId="260"/>
            <ac:spMk id="35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3.227" v="1676"/>
        <pc:sldMkLst>
          <pc:docMk/>
          <pc:sldMk cId="0" sldId="261"/>
        </pc:sldMkLst>
        <pc:spChg chg="mod">
          <ac:chgData name="RIFAT AL MAMUN RUDRO" userId="24b27b9a-aab3-4351-8aca-a88306e0f932" providerId="ADAL" clId="{DB9BBBDC-F455-4572-BF35-B25E0968203C}" dt="2026-10-04T06:51:59.611" v="927"/>
          <ac:spMkLst>
            <pc:docMk/>
            <pc:sldMk cId="0" sldId="261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2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29"/>
          <ac:spMkLst>
            <pc:docMk/>
            <pc:sldMk cId="0" sldId="261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30"/>
          <ac:spMkLst>
            <pc:docMk/>
            <pc:sldMk cId="0" sldId="261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31"/>
          <ac:spMkLst>
            <pc:docMk/>
            <pc:sldMk cId="0" sldId="261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32"/>
          <ac:spMkLst>
            <pc:docMk/>
            <pc:sldMk cId="0" sldId="261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33"/>
          <ac:spMkLst>
            <pc:docMk/>
            <pc:sldMk cId="0" sldId="261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3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3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3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11" v="938"/>
          <ac:spMkLst>
            <pc:docMk/>
            <pc:sldMk cId="0" sldId="261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1" v="939"/>
          <ac:spMkLst>
            <pc:docMk/>
            <pc:sldMk cId="0" sldId="261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2" v="94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2" v="94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2" v="942"/>
          <ac:spMkLst>
            <pc:docMk/>
            <pc:sldMk cId="0" sldId="261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2" v="943"/>
          <ac:spMkLst>
            <pc:docMk/>
            <pc:sldMk cId="0" sldId="261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2" v="944"/>
          <ac:spMkLst>
            <pc:docMk/>
            <pc:sldMk cId="0" sldId="261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2" v="94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2" v="946"/>
          <ac:spMkLst>
            <pc:docMk/>
            <pc:sldMk cId="0" sldId="261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4" v="947"/>
          <ac:spMkLst>
            <pc:docMk/>
            <pc:sldMk cId="0" sldId="261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4" v="948"/>
          <ac:spMkLst>
            <pc:docMk/>
            <pc:sldMk cId="0" sldId="261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4" v="949"/>
          <ac:spMkLst>
            <pc:docMk/>
            <pc:sldMk cId="0" sldId="261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4" v="950"/>
          <ac:spMkLst>
            <pc:docMk/>
            <pc:sldMk cId="0" sldId="261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5" v="951"/>
          <ac:spMkLst>
            <pc:docMk/>
            <pc:sldMk cId="0" sldId="261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5" v="952"/>
          <ac:spMkLst>
            <pc:docMk/>
            <pc:sldMk cId="0" sldId="261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5" v="953"/>
          <ac:spMkLst>
            <pc:docMk/>
            <pc:sldMk cId="0" sldId="261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5" v="954"/>
          <ac:spMkLst>
            <pc:docMk/>
            <pc:sldMk cId="0" sldId="261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5" v="955"/>
          <ac:spMkLst>
            <pc:docMk/>
            <pc:sldMk cId="0" sldId="261"/>
            <ac:spMk id="31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3.382" v="1678"/>
        <pc:sldMkLst>
          <pc:docMk/>
          <pc:sldMk cId="0" sldId="263"/>
        </pc:sldMkLst>
        <pc:spChg chg="mod">
          <ac:chgData name="RIFAT AL MAMUN RUDRO" userId="24b27b9a-aab3-4351-8aca-a88306e0f932" providerId="ADAL" clId="{DB9BBBDC-F455-4572-BF35-B25E0968203C}" dt="2026-10-04T06:51:59.629" v="962"/>
          <ac:spMkLst>
            <pc:docMk/>
            <pc:sldMk cId="0" sldId="263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9" v="963"/>
          <ac:spMkLst>
            <pc:docMk/>
            <pc:sldMk cId="0" sldId="263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9" v="964"/>
          <ac:spMkLst>
            <pc:docMk/>
            <pc:sldMk cId="0" sldId="263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9" v="965"/>
          <ac:spMkLst>
            <pc:docMk/>
            <pc:sldMk cId="0" sldId="263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9" v="966"/>
          <ac:spMkLst>
            <pc:docMk/>
            <pc:sldMk cId="0" sldId="263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9" v="967"/>
          <ac:spMkLst>
            <pc:docMk/>
            <pc:sldMk cId="0" sldId="263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1" v="968"/>
          <ac:spMkLst>
            <pc:docMk/>
            <pc:sldMk cId="0" sldId="263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1" v="969"/>
          <ac:spMkLst>
            <pc:docMk/>
            <pc:sldMk cId="0" sldId="263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1" v="97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1" v="971"/>
          <ac:spMkLst>
            <pc:docMk/>
            <pc:sldMk cId="0" sldId="263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1" v="972"/>
          <ac:spMkLst>
            <pc:docMk/>
            <pc:sldMk cId="0" sldId="263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1" v="97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1" v="974"/>
          <ac:spMkLst>
            <pc:docMk/>
            <pc:sldMk cId="0" sldId="263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1" v="975"/>
          <ac:spMkLst>
            <pc:docMk/>
            <pc:sldMk cId="0" sldId="263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3" v="9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3" v="977"/>
          <ac:spMkLst>
            <pc:docMk/>
            <pc:sldMk cId="0" sldId="263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3" v="978"/>
          <ac:spMkLst>
            <pc:docMk/>
            <pc:sldMk cId="0" sldId="263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3" v="979"/>
          <ac:spMkLst>
            <pc:docMk/>
            <pc:sldMk cId="0" sldId="263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3" v="980"/>
          <ac:spMkLst>
            <pc:docMk/>
            <pc:sldMk cId="0" sldId="263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3" v="981"/>
          <ac:spMkLst>
            <pc:docMk/>
            <pc:sldMk cId="0" sldId="263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3" v="982"/>
          <ac:spMkLst>
            <pc:docMk/>
            <pc:sldMk cId="0" sldId="263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3" v="983"/>
          <ac:spMkLst>
            <pc:docMk/>
            <pc:sldMk cId="0" sldId="263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5" v="984"/>
          <ac:spMkLst>
            <pc:docMk/>
            <pc:sldMk cId="0" sldId="263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5" v="985"/>
          <ac:spMkLst>
            <pc:docMk/>
            <pc:sldMk cId="0" sldId="263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5" v="98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5" v="987"/>
          <ac:spMkLst>
            <pc:docMk/>
            <pc:sldMk cId="0" sldId="263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5" v="988"/>
          <ac:spMkLst>
            <pc:docMk/>
            <pc:sldMk cId="0" sldId="263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5" v="989"/>
          <ac:spMkLst>
            <pc:docMk/>
            <pc:sldMk cId="0" sldId="263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5" v="990"/>
          <ac:spMkLst>
            <pc:docMk/>
            <pc:sldMk cId="0" sldId="263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7" v="991"/>
          <ac:spMkLst>
            <pc:docMk/>
            <pc:sldMk cId="0" sldId="263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7" v="992"/>
          <ac:spMkLst>
            <pc:docMk/>
            <pc:sldMk cId="0" sldId="263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7" v="993"/>
          <ac:spMkLst>
            <pc:docMk/>
            <pc:sldMk cId="0" sldId="263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7" v="994"/>
          <ac:spMkLst>
            <pc:docMk/>
            <pc:sldMk cId="0" sldId="263"/>
            <ac:spMk id="3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7" v="995"/>
          <ac:spMkLst>
            <pc:docMk/>
            <pc:sldMk cId="0" sldId="263"/>
            <ac:spMk id="3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8" v="996"/>
          <ac:spMkLst>
            <pc:docMk/>
            <pc:sldMk cId="0" sldId="263"/>
            <ac:spMk id="3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8" v="997"/>
          <ac:spMkLst>
            <pc:docMk/>
            <pc:sldMk cId="0" sldId="263"/>
            <ac:spMk id="38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3.503" v="1680"/>
        <pc:sldMkLst>
          <pc:docMk/>
          <pc:sldMk cId="0" sldId="264"/>
        </pc:sldMkLst>
        <pc:spChg chg="mod">
          <ac:chgData name="RIFAT AL MAMUN RUDRO" userId="24b27b9a-aab3-4351-8aca-a88306e0f932" providerId="ADAL" clId="{DB9BBBDC-F455-4572-BF35-B25E0968203C}" dt="2026-10-04T06:51:59.638" v="998"/>
          <ac:spMkLst>
            <pc:docMk/>
            <pc:sldMk cId="0" sldId="264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8" v="999"/>
          <ac:spMkLst>
            <pc:docMk/>
            <pc:sldMk cId="0" sldId="264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38" v="10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0" v="1001"/>
          <ac:spMkLst>
            <pc:docMk/>
            <pc:sldMk cId="0" sldId="264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0" v="1002"/>
          <ac:spMkLst>
            <pc:docMk/>
            <pc:sldMk cId="0" sldId="264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0" v="1003"/>
          <ac:spMkLst>
            <pc:docMk/>
            <pc:sldMk cId="0" sldId="264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04"/>
          <ac:spMkLst>
            <pc:docMk/>
            <pc:sldMk cId="0" sldId="264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0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0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0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08"/>
          <ac:spMkLst>
            <pc:docMk/>
            <pc:sldMk cId="0" sldId="264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09"/>
          <ac:spMkLst>
            <pc:docMk/>
            <pc:sldMk cId="0" sldId="264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10"/>
          <ac:spMkLst>
            <pc:docMk/>
            <pc:sldMk cId="0" sldId="264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11"/>
          <ac:spMkLst>
            <pc:docMk/>
            <pc:sldMk cId="0" sldId="264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12"/>
          <ac:spMkLst>
            <pc:docMk/>
            <pc:sldMk cId="0" sldId="264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13"/>
          <ac:spMkLst>
            <pc:docMk/>
            <pc:sldMk cId="0" sldId="264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14"/>
          <ac:spMkLst>
            <pc:docMk/>
            <pc:sldMk cId="0" sldId="264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15"/>
          <ac:spMkLst>
            <pc:docMk/>
            <pc:sldMk cId="0" sldId="264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1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17"/>
          <ac:spMkLst>
            <pc:docMk/>
            <pc:sldMk cId="0" sldId="264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18"/>
          <ac:spMkLst>
            <pc:docMk/>
            <pc:sldMk cId="0" sldId="264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19"/>
          <ac:spMkLst>
            <pc:docMk/>
            <pc:sldMk cId="0" sldId="264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20"/>
          <ac:spMkLst>
            <pc:docMk/>
            <pc:sldMk cId="0" sldId="264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21"/>
          <ac:spMkLst>
            <pc:docMk/>
            <pc:sldMk cId="0" sldId="264"/>
            <ac:spMk id="26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3.712" v="1682"/>
        <pc:sldMkLst>
          <pc:docMk/>
          <pc:sldMk cId="0" sldId="266"/>
        </pc:sldMkLst>
        <pc:spChg chg="mod">
          <ac:chgData name="RIFAT AL MAMUN RUDRO" userId="24b27b9a-aab3-4351-8aca-a88306e0f932" providerId="ADAL" clId="{DB9BBBDC-F455-4572-BF35-B25E0968203C}" dt="2026-10-04T06:51:59.641" v="1028"/>
          <ac:spMkLst>
            <pc:docMk/>
            <pc:sldMk cId="0" sldId="266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29"/>
          <ac:spMkLst>
            <pc:docMk/>
            <pc:sldMk cId="0" sldId="266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30"/>
          <ac:spMkLst>
            <pc:docMk/>
            <pc:sldMk cId="0" sldId="266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31"/>
          <ac:spMkLst>
            <pc:docMk/>
            <pc:sldMk cId="0" sldId="266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0" v="1032"/>
          <ac:spMkLst>
            <pc:docMk/>
            <pc:sldMk cId="0" sldId="266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0" v="1033"/>
          <ac:spMkLst>
            <pc:docMk/>
            <pc:sldMk cId="0" sldId="266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0" v="1034"/>
          <ac:spMkLst>
            <pc:docMk/>
            <pc:sldMk cId="0" sldId="266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0" v="1035"/>
          <ac:spMkLst>
            <pc:docMk/>
            <pc:sldMk cId="0" sldId="266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0" v="103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0" v="103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0" v="1038"/>
          <ac:spMkLst>
            <pc:docMk/>
            <pc:sldMk cId="0" sldId="266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2" v="1039"/>
          <ac:spMkLst>
            <pc:docMk/>
            <pc:sldMk cId="0" sldId="266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2" v="104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2" v="1041"/>
          <ac:spMkLst>
            <pc:docMk/>
            <pc:sldMk cId="0" sldId="266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2" v="1042"/>
          <ac:spMkLst>
            <pc:docMk/>
            <pc:sldMk cId="0" sldId="266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2" v="1043"/>
          <ac:spMkLst>
            <pc:docMk/>
            <pc:sldMk cId="0" sldId="266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4" v="1044"/>
          <ac:spMkLst>
            <pc:docMk/>
            <pc:sldMk cId="0" sldId="266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4" v="1045"/>
          <ac:spMkLst>
            <pc:docMk/>
            <pc:sldMk cId="0" sldId="266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4" v="1046"/>
          <ac:spMkLst>
            <pc:docMk/>
            <pc:sldMk cId="0" sldId="266"/>
            <ac:spMk id="21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3.947" v="1684"/>
        <pc:sldMkLst>
          <pc:docMk/>
          <pc:sldMk cId="0" sldId="267"/>
        </pc:sldMkLst>
        <pc:spChg chg="mod">
          <ac:chgData name="RIFAT AL MAMUN RUDRO" userId="24b27b9a-aab3-4351-8aca-a88306e0f932" providerId="ADAL" clId="{DB9BBBDC-F455-4572-BF35-B25E0968203C}" dt="2026-10-04T06:51:59.654" v="1047"/>
          <ac:spMkLst>
            <pc:docMk/>
            <pc:sldMk cId="0" sldId="267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48"/>
          <ac:spMkLst>
            <pc:docMk/>
            <pc:sldMk cId="0" sldId="267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49"/>
          <ac:spMkLst>
            <pc:docMk/>
            <pc:sldMk cId="0" sldId="267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50"/>
          <ac:spMkLst>
            <pc:docMk/>
            <pc:sldMk cId="0" sldId="267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51"/>
          <ac:spMkLst>
            <pc:docMk/>
            <pc:sldMk cId="0" sldId="267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52"/>
          <ac:spMkLst>
            <pc:docMk/>
            <pc:sldMk cId="0" sldId="267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53"/>
          <ac:spMkLst>
            <pc:docMk/>
            <pc:sldMk cId="0" sldId="267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54"/>
          <ac:spMkLst>
            <pc:docMk/>
            <pc:sldMk cId="0" sldId="267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55"/>
          <ac:spMkLst>
            <pc:docMk/>
            <pc:sldMk cId="0" sldId="267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5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57"/>
          <ac:spMkLst>
            <pc:docMk/>
            <pc:sldMk cId="0" sldId="267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58"/>
          <ac:spMkLst>
            <pc:docMk/>
            <pc:sldMk cId="0" sldId="267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59"/>
          <ac:spMkLst>
            <pc:docMk/>
            <pc:sldMk cId="0" sldId="267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55" v="1060"/>
          <ac:spMkLst>
            <pc:docMk/>
            <pc:sldMk cId="0" sldId="267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0" v="1061"/>
          <ac:spMkLst>
            <pc:docMk/>
            <pc:sldMk cId="0" sldId="267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0" v="1062"/>
          <ac:spMkLst>
            <pc:docMk/>
            <pc:sldMk cId="0" sldId="267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0" v="1063"/>
          <ac:spMkLst>
            <pc:docMk/>
            <pc:sldMk cId="0" sldId="267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0" v="1064"/>
          <ac:spMkLst>
            <pc:docMk/>
            <pc:sldMk cId="0" sldId="267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0" v="1065"/>
          <ac:spMkLst>
            <pc:docMk/>
            <pc:sldMk cId="0" sldId="267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0" v="106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0" v="1067"/>
          <ac:spMkLst>
            <pc:docMk/>
            <pc:sldMk cId="0" sldId="267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0" v="1068"/>
          <ac:spMkLst>
            <pc:docMk/>
            <pc:sldMk cId="0" sldId="267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0" v="1069"/>
          <ac:spMkLst>
            <pc:docMk/>
            <pc:sldMk cId="0" sldId="267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0" v="1070"/>
          <ac:spMkLst>
            <pc:docMk/>
            <pc:sldMk cId="0" sldId="267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0" v="1071"/>
          <ac:spMkLst>
            <pc:docMk/>
            <pc:sldMk cId="0" sldId="267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4" v="1072"/>
          <ac:spMkLst>
            <pc:docMk/>
            <pc:sldMk cId="0" sldId="267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4" v="1073"/>
          <ac:spMkLst>
            <pc:docMk/>
            <pc:sldMk cId="0" sldId="267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4" v="1074"/>
          <ac:spMkLst>
            <pc:docMk/>
            <pc:sldMk cId="0" sldId="267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4" v="1075"/>
          <ac:spMkLst>
            <pc:docMk/>
            <pc:sldMk cId="0" sldId="267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4" v="1076"/>
          <ac:spMkLst>
            <pc:docMk/>
            <pc:sldMk cId="0" sldId="267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4" v="1077"/>
          <ac:spMkLst>
            <pc:docMk/>
            <pc:sldMk cId="0" sldId="267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4" v="1078"/>
          <ac:spMkLst>
            <pc:docMk/>
            <pc:sldMk cId="0" sldId="267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4" v="1079"/>
          <ac:spMkLst>
            <pc:docMk/>
            <pc:sldMk cId="0" sldId="267"/>
            <ac:spMk id="3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4" v="1080"/>
          <ac:spMkLst>
            <pc:docMk/>
            <pc:sldMk cId="0" sldId="267"/>
            <ac:spMk id="3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6" v="1081"/>
          <ac:spMkLst>
            <pc:docMk/>
            <pc:sldMk cId="0" sldId="267"/>
            <ac:spMk id="3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6" v="1082"/>
          <ac:spMkLst>
            <pc:docMk/>
            <pc:sldMk cId="0" sldId="267"/>
            <ac:spMk id="38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4.082" v="1686"/>
        <pc:sldMkLst>
          <pc:docMk/>
          <pc:sldMk cId="0" sldId="268"/>
        </pc:sldMkLst>
        <pc:spChg chg="mod">
          <ac:chgData name="RIFAT AL MAMUN RUDRO" userId="24b27b9a-aab3-4351-8aca-a88306e0f932" providerId="ADAL" clId="{DB9BBBDC-F455-4572-BF35-B25E0968203C}" dt="2026-10-04T06:51:59.666" v="1083"/>
          <ac:spMkLst>
            <pc:docMk/>
            <pc:sldMk cId="0" sldId="268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6" v="1084"/>
          <ac:spMkLst>
            <pc:docMk/>
            <pc:sldMk cId="0" sldId="268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6" v="1085"/>
          <ac:spMkLst>
            <pc:docMk/>
            <pc:sldMk cId="0" sldId="268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6" v="1086"/>
          <ac:spMkLst>
            <pc:docMk/>
            <pc:sldMk cId="0" sldId="268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6" v="1087"/>
          <ac:spMkLst>
            <pc:docMk/>
            <pc:sldMk cId="0" sldId="268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8" v="1088"/>
          <ac:spMkLst>
            <pc:docMk/>
            <pc:sldMk cId="0" sldId="268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8" v="1089"/>
          <ac:spMkLst>
            <pc:docMk/>
            <pc:sldMk cId="0" sldId="268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8" v="109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8" v="1091"/>
          <ac:spMkLst>
            <pc:docMk/>
            <pc:sldMk cId="0" sldId="268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8" v="1092"/>
          <ac:spMkLst>
            <pc:docMk/>
            <pc:sldMk cId="0" sldId="268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8" v="109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8" v="1094"/>
          <ac:spMkLst>
            <pc:docMk/>
            <pc:sldMk cId="0" sldId="268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8" v="1095"/>
          <ac:spMkLst>
            <pc:docMk/>
            <pc:sldMk cId="0" sldId="268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68" v="1096"/>
          <ac:spMkLst>
            <pc:docMk/>
            <pc:sldMk cId="0" sldId="268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2" v="1097"/>
          <ac:spMkLst>
            <pc:docMk/>
            <pc:sldMk cId="0" sldId="268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2" v="1098"/>
          <ac:spMkLst>
            <pc:docMk/>
            <pc:sldMk cId="0" sldId="268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2" v="1099"/>
          <ac:spMkLst>
            <pc:docMk/>
            <pc:sldMk cId="0" sldId="268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2" v="1100"/>
          <ac:spMkLst>
            <pc:docMk/>
            <pc:sldMk cId="0" sldId="268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2" v="1101"/>
          <ac:spMkLst>
            <pc:docMk/>
            <pc:sldMk cId="0" sldId="268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2" v="1102"/>
          <ac:spMkLst>
            <pc:docMk/>
            <pc:sldMk cId="0" sldId="268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2" v="1103"/>
          <ac:spMkLst>
            <pc:docMk/>
            <pc:sldMk cId="0" sldId="268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2" v="1104"/>
          <ac:spMkLst>
            <pc:docMk/>
            <pc:sldMk cId="0" sldId="268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2" v="1105"/>
          <ac:spMkLst>
            <pc:docMk/>
            <pc:sldMk cId="0" sldId="268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6" v="1106"/>
          <ac:spMkLst>
            <pc:docMk/>
            <pc:sldMk cId="0" sldId="268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07"/>
          <ac:spMkLst>
            <pc:docMk/>
            <pc:sldMk cId="0" sldId="268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08"/>
          <ac:spMkLst>
            <pc:docMk/>
            <pc:sldMk cId="0" sldId="268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09"/>
          <ac:spMkLst>
            <pc:docMk/>
            <pc:sldMk cId="0" sldId="268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10"/>
          <ac:spMkLst>
            <pc:docMk/>
            <pc:sldMk cId="0" sldId="268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11"/>
          <ac:spMkLst>
            <pc:docMk/>
            <pc:sldMk cId="0" sldId="268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12"/>
          <ac:spMkLst>
            <pc:docMk/>
            <pc:sldMk cId="0" sldId="268"/>
            <ac:spMk id="32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4.378" v="1688"/>
        <pc:sldMkLst>
          <pc:docMk/>
          <pc:sldMk cId="0" sldId="270"/>
        </pc:sldMkLst>
        <pc:spChg chg="mod">
          <ac:chgData name="RIFAT AL MAMUN RUDRO" userId="24b27b9a-aab3-4351-8aca-a88306e0f932" providerId="ADAL" clId="{DB9BBBDC-F455-4572-BF35-B25E0968203C}" dt="2026-10-04T06:51:59.677" v="1119"/>
          <ac:spMkLst>
            <pc:docMk/>
            <pc:sldMk cId="0" sldId="270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20"/>
          <ac:spMkLst>
            <pc:docMk/>
            <pc:sldMk cId="0" sldId="270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21"/>
          <ac:spMkLst>
            <pc:docMk/>
            <pc:sldMk cId="0" sldId="270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22"/>
          <ac:spMkLst>
            <pc:docMk/>
            <pc:sldMk cId="0" sldId="270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23"/>
          <ac:spMkLst>
            <pc:docMk/>
            <pc:sldMk cId="0" sldId="270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24"/>
          <ac:spMkLst>
            <pc:docMk/>
            <pc:sldMk cId="0" sldId="270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25"/>
          <ac:spMkLst>
            <pc:docMk/>
            <pc:sldMk cId="0" sldId="270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2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27"/>
          <ac:spMkLst>
            <pc:docMk/>
            <pc:sldMk cId="0" sldId="270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28"/>
          <ac:spMkLst>
            <pc:docMk/>
            <pc:sldMk cId="0" sldId="270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29"/>
          <ac:spMkLst>
            <pc:docMk/>
            <pc:sldMk cId="0" sldId="270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30"/>
          <ac:spMkLst>
            <pc:docMk/>
            <pc:sldMk cId="0" sldId="270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31"/>
          <ac:spMkLst>
            <pc:docMk/>
            <pc:sldMk cId="0" sldId="270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32"/>
          <ac:spMkLst>
            <pc:docMk/>
            <pc:sldMk cId="0" sldId="270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33"/>
          <ac:spMkLst>
            <pc:docMk/>
            <pc:sldMk cId="0" sldId="270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34"/>
          <ac:spMkLst>
            <pc:docMk/>
            <pc:sldMk cId="0" sldId="270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35"/>
          <ac:spMkLst>
            <pc:docMk/>
            <pc:sldMk cId="0" sldId="270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36"/>
          <ac:spMkLst>
            <pc:docMk/>
            <pc:sldMk cId="0" sldId="270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37"/>
          <ac:spMkLst>
            <pc:docMk/>
            <pc:sldMk cId="0" sldId="270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38"/>
          <ac:spMkLst>
            <pc:docMk/>
            <pc:sldMk cId="0" sldId="270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39"/>
          <ac:spMkLst>
            <pc:docMk/>
            <pc:sldMk cId="0" sldId="270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40"/>
          <ac:spMkLst>
            <pc:docMk/>
            <pc:sldMk cId="0" sldId="270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41"/>
          <ac:spMkLst>
            <pc:docMk/>
            <pc:sldMk cId="0" sldId="270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42"/>
          <ac:spMkLst>
            <pc:docMk/>
            <pc:sldMk cId="0" sldId="270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43"/>
          <ac:spMkLst>
            <pc:docMk/>
            <pc:sldMk cId="0" sldId="270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88" v="1144"/>
          <ac:spMkLst>
            <pc:docMk/>
            <pc:sldMk cId="0" sldId="270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88" v="1145"/>
          <ac:spMkLst>
            <pc:docMk/>
            <pc:sldMk cId="0" sldId="270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88" v="1146"/>
          <ac:spMkLst>
            <pc:docMk/>
            <pc:sldMk cId="0" sldId="270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0" v="1147"/>
          <ac:spMkLst>
            <pc:docMk/>
            <pc:sldMk cId="0" sldId="270"/>
            <ac:spMk id="35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4.507" v="1690"/>
        <pc:sldMkLst>
          <pc:docMk/>
          <pc:sldMk cId="0" sldId="271"/>
        </pc:sldMkLst>
        <pc:spChg chg="mod">
          <ac:chgData name="RIFAT AL MAMUN RUDRO" userId="24b27b9a-aab3-4351-8aca-a88306e0f932" providerId="ADAL" clId="{DB9BBBDC-F455-4572-BF35-B25E0968203C}" dt="2026-10-04T06:51:59.690" v="1148"/>
          <ac:spMkLst>
            <pc:docMk/>
            <pc:sldMk cId="0" sldId="271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0" v="1149"/>
          <ac:spMkLst>
            <pc:docMk/>
            <pc:sldMk cId="0" sldId="271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0" v="1150"/>
          <ac:spMkLst>
            <pc:docMk/>
            <pc:sldMk cId="0" sldId="271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0" v="1151"/>
          <ac:spMkLst>
            <pc:docMk/>
            <pc:sldMk cId="0" sldId="271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0" v="1152"/>
          <ac:spMkLst>
            <pc:docMk/>
            <pc:sldMk cId="0" sldId="271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53"/>
          <ac:spMkLst>
            <pc:docMk/>
            <pc:sldMk cId="0" sldId="271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54"/>
          <ac:spMkLst>
            <pc:docMk/>
            <pc:sldMk cId="0" sldId="271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55"/>
          <ac:spMkLst>
            <pc:docMk/>
            <pc:sldMk cId="0" sldId="271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5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57"/>
          <ac:spMkLst>
            <pc:docMk/>
            <pc:sldMk cId="0" sldId="271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58"/>
          <ac:spMkLst>
            <pc:docMk/>
            <pc:sldMk cId="0" sldId="271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59"/>
          <ac:spMkLst>
            <pc:docMk/>
            <pc:sldMk cId="0" sldId="271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60"/>
          <ac:spMkLst>
            <pc:docMk/>
            <pc:sldMk cId="0" sldId="271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61"/>
          <ac:spMkLst>
            <pc:docMk/>
            <pc:sldMk cId="0" sldId="271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62"/>
          <ac:spMkLst>
            <pc:docMk/>
            <pc:sldMk cId="0" sldId="271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63"/>
          <ac:spMkLst>
            <pc:docMk/>
            <pc:sldMk cId="0" sldId="271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64"/>
          <ac:spMkLst>
            <pc:docMk/>
            <pc:sldMk cId="0" sldId="271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65"/>
          <ac:spMkLst>
            <pc:docMk/>
            <pc:sldMk cId="0" sldId="271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6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67"/>
          <ac:spMkLst>
            <pc:docMk/>
            <pc:sldMk cId="0" sldId="271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68"/>
          <ac:spMkLst>
            <pc:docMk/>
            <pc:sldMk cId="0" sldId="271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69"/>
          <ac:spMkLst>
            <pc:docMk/>
            <pc:sldMk cId="0" sldId="271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70"/>
          <ac:spMkLst>
            <pc:docMk/>
            <pc:sldMk cId="0" sldId="271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71"/>
          <ac:spMkLst>
            <pc:docMk/>
            <pc:sldMk cId="0" sldId="271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72"/>
          <ac:spMkLst>
            <pc:docMk/>
            <pc:sldMk cId="0" sldId="271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73"/>
          <ac:spMkLst>
            <pc:docMk/>
            <pc:sldMk cId="0" sldId="271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74"/>
          <ac:spMkLst>
            <pc:docMk/>
            <pc:sldMk cId="0" sldId="271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75"/>
          <ac:spMkLst>
            <pc:docMk/>
            <pc:sldMk cId="0" sldId="271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76"/>
          <ac:spMkLst>
            <pc:docMk/>
            <pc:sldMk cId="0" sldId="271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77"/>
          <ac:spMkLst>
            <pc:docMk/>
            <pc:sldMk cId="0" sldId="271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78"/>
          <ac:spMkLst>
            <pc:docMk/>
            <pc:sldMk cId="0" sldId="271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79"/>
          <ac:spMkLst>
            <pc:docMk/>
            <pc:sldMk cId="0" sldId="271"/>
            <ac:spMk id="34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4.684" v="1692"/>
        <pc:sldMkLst>
          <pc:docMk/>
          <pc:sldMk cId="0" sldId="272"/>
        </pc:sldMkLst>
        <pc:spChg chg="mod">
          <ac:chgData name="RIFAT AL MAMUN RUDRO" userId="24b27b9a-aab3-4351-8aca-a88306e0f932" providerId="ADAL" clId="{DB9BBBDC-F455-4572-BF35-B25E0968203C}" dt="2026-10-04T06:51:59.692" v="1180"/>
          <ac:spMkLst>
            <pc:docMk/>
            <pc:sldMk cId="0" sldId="272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81"/>
          <ac:spMkLst>
            <pc:docMk/>
            <pc:sldMk cId="0" sldId="272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82"/>
          <ac:spMkLst>
            <pc:docMk/>
            <pc:sldMk cId="0" sldId="272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83"/>
          <ac:spMkLst>
            <pc:docMk/>
            <pc:sldMk cId="0" sldId="272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84"/>
          <ac:spMkLst>
            <pc:docMk/>
            <pc:sldMk cId="0" sldId="272"/>
            <ac:spMk id="7" creationId="{00000000-0000-0000-0000-000000000000}"/>
          </ac:spMkLst>
        </pc:spChg>
        <pc:graphicFrameChg chg="modGraphic">
          <ac:chgData name="RIFAT AL MAMUN RUDRO" userId="24b27b9a-aab3-4351-8aca-a88306e0f932" providerId="ADAL" clId="{DB9BBBDC-F455-4572-BF35-B25E0968203C}" dt="2026-10-04T06:51:59.842" v="1639"/>
          <ac:graphicFrameMkLst>
            <pc:docMk/>
            <pc:sldMk cId="0" sldId="272"/>
            <ac:graphicFrameMk id="18" creationId="{00000000-0000-0000-0000-000000000000}"/>
          </ac:graphicFrameMkLst>
        </pc:graphicFrameChg>
      </pc:sldChg>
      <pc:sldChg chg="modSp del mod modClrScheme chgLayout">
        <pc:chgData name="RIFAT AL MAMUN RUDRO" userId="24b27b9a-aab3-4351-8aca-a88306e0f932" providerId="ADAL" clId="{DB9BBBDC-F455-4572-BF35-B25E0968203C}" dt="2026-10-05T08:36:54.898" v="1694"/>
        <pc:sldMkLst>
          <pc:docMk/>
          <pc:sldMk cId="0" sldId="273"/>
        </pc:sldMkLst>
        <pc:spChg chg="mod">
          <ac:chgData name="RIFAT AL MAMUN RUDRO" userId="24b27b9a-aab3-4351-8aca-a88306e0f932" providerId="ADAL" clId="{DB9BBBDC-F455-4572-BF35-B25E0968203C}" dt="2026-10-04T06:51:59.692" v="1185"/>
          <ac:spMkLst>
            <pc:docMk/>
            <pc:sldMk cId="0" sldId="273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86"/>
          <ac:spMkLst>
            <pc:docMk/>
            <pc:sldMk cId="0" sldId="273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87"/>
          <ac:spMkLst>
            <pc:docMk/>
            <pc:sldMk cId="0" sldId="273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88"/>
          <ac:spMkLst>
            <pc:docMk/>
            <pc:sldMk cId="0" sldId="273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92" v="1189"/>
          <ac:spMkLst>
            <pc:docMk/>
            <pc:sldMk cId="0" sldId="273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04" v="1190"/>
          <ac:spMkLst>
            <pc:docMk/>
            <pc:sldMk cId="0" sldId="273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05" v="1191"/>
          <ac:spMkLst>
            <pc:docMk/>
            <pc:sldMk cId="0" sldId="273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05" v="1192"/>
          <ac:spMkLst>
            <pc:docMk/>
            <pc:sldMk cId="0" sldId="273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05" v="1193"/>
          <ac:spMkLst>
            <pc:docMk/>
            <pc:sldMk cId="0" sldId="273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05" v="1194"/>
          <ac:spMkLst>
            <pc:docMk/>
            <pc:sldMk cId="0" sldId="273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05" v="1195"/>
          <ac:spMkLst>
            <pc:docMk/>
            <pc:sldMk cId="0" sldId="273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08" v="119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08" v="1197"/>
          <ac:spMkLst>
            <pc:docMk/>
            <pc:sldMk cId="0" sldId="273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08" v="1198"/>
          <ac:spMkLst>
            <pc:docMk/>
            <pc:sldMk cId="0" sldId="273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08" v="1199"/>
          <ac:spMkLst>
            <pc:docMk/>
            <pc:sldMk cId="0" sldId="273"/>
            <ac:spMk id="18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5.051" v="1696"/>
        <pc:sldMkLst>
          <pc:docMk/>
          <pc:sldMk cId="0" sldId="274"/>
        </pc:sldMkLst>
        <pc:spChg chg="mod">
          <ac:chgData name="RIFAT AL MAMUN RUDRO" userId="24b27b9a-aab3-4351-8aca-a88306e0f932" providerId="ADAL" clId="{DB9BBBDC-F455-4572-BF35-B25E0968203C}" dt="2026-10-04T06:51:59.708" v="1200"/>
          <ac:spMkLst>
            <pc:docMk/>
            <pc:sldMk cId="0" sldId="274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01"/>
          <ac:spMkLst>
            <pc:docMk/>
            <pc:sldMk cId="0" sldId="274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02"/>
          <ac:spMkLst>
            <pc:docMk/>
            <pc:sldMk cId="0" sldId="274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03"/>
          <ac:spMkLst>
            <pc:docMk/>
            <pc:sldMk cId="0" sldId="274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04"/>
          <ac:spMkLst>
            <pc:docMk/>
            <pc:sldMk cId="0" sldId="274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05"/>
          <ac:spMkLst>
            <pc:docMk/>
            <pc:sldMk cId="0" sldId="274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06"/>
          <ac:spMkLst>
            <pc:docMk/>
            <pc:sldMk cId="0" sldId="274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07"/>
          <ac:spMkLst>
            <pc:docMk/>
            <pc:sldMk cId="0" sldId="274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08"/>
          <ac:spMkLst>
            <pc:docMk/>
            <pc:sldMk cId="0" sldId="274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09"/>
          <ac:spMkLst>
            <pc:docMk/>
            <pc:sldMk cId="0" sldId="274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10"/>
          <ac:spMkLst>
            <pc:docMk/>
            <pc:sldMk cId="0" sldId="274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11"/>
          <ac:spMkLst>
            <pc:docMk/>
            <pc:sldMk cId="0" sldId="274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12"/>
          <ac:spMkLst>
            <pc:docMk/>
            <pc:sldMk cId="0" sldId="274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0" v="1213"/>
          <ac:spMkLst>
            <pc:docMk/>
            <pc:sldMk cId="0" sldId="274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4" v="1214"/>
          <ac:spMkLst>
            <pc:docMk/>
            <pc:sldMk cId="0" sldId="274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4" v="1215"/>
          <ac:spMkLst>
            <pc:docMk/>
            <pc:sldMk cId="0" sldId="274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4" v="121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4" v="1217"/>
          <ac:spMkLst>
            <pc:docMk/>
            <pc:sldMk cId="0" sldId="274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4" v="1218"/>
          <ac:spMkLst>
            <pc:docMk/>
            <pc:sldMk cId="0" sldId="274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4" v="1219"/>
          <ac:spMkLst>
            <pc:docMk/>
            <pc:sldMk cId="0" sldId="274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4" v="1220"/>
          <ac:spMkLst>
            <pc:docMk/>
            <pc:sldMk cId="0" sldId="274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4" v="1221"/>
          <ac:spMkLst>
            <pc:docMk/>
            <pc:sldMk cId="0" sldId="274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6" v="1222"/>
          <ac:spMkLst>
            <pc:docMk/>
            <pc:sldMk cId="0" sldId="274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6" v="1223"/>
          <ac:spMkLst>
            <pc:docMk/>
            <pc:sldMk cId="0" sldId="274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6" v="1224"/>
          <ac:spMkLst>
            <pc:docMk/>
            <pc:sldMk cId="0" sldId="274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6" v="1225"/>
          <ac:spMkLst>
            <pc:docMk/>
            <pc:sldMk cId="0" sldId="274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6" v="1226"/>
          <ac:spMkLst>
            <pc:docMk/>
            <pc:sldMk cId="0" sldId="274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6" v="1227"/>
          <ac:spMkLst>
            <pc:docMk/>
            <pc:sldMk cId="0" sldId="274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6" v="1228"/>
          <ac:spMkLst>
            <pc:docMk/>
            <pc:sldMk cId="0" sldId="274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6" v="1229"/>
          <ac:spMkLst>
            <pc:docMk/>
            <pc:sldMk cId="0" sldId="274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8" v="1230"/>
          <ac:spMkLst>
            <pc:docMk/>
            <pc:sldMk cId="0" sldId="274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8" v="1231"/>
          <ac:spMkLst>
            <pc:docMk/>
            <pc:sldMk cId="0" sldId="274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8" v="1232"/>
          <ac:spMkLst>
            <pc:docMk/>
            <pc:sldMk cId="0" sldId="274"/>
            <ac:spMk id="3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8" v="1233"/>
          <ac:spMkLst>
            <pc:docMk/>
            <pc:sldMk cId="0" sldId="274"/>
            <ac:spMk id="3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8" v="1234"/>
          <ac:spMkLst>
            <pc:docMk/>
            <pc:sldMk cId="0" sldId="274"/>
            <ac:spMk id="3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8" v="1235"/>
          <ac:spMkLst>
            <pc:docMk/>
            <pc:sldMk cId="0" sldId="274"/>
            <ac:spMk id="3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18" v="1236"/>
          <ac:spMkLst>
            <pc:docMk/>
            <pc:sldMk cId="0" sldId="274"/>
            <ac:spMk id="3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0" v="1237"/>
          <ac:spMkLst>
            <pc:docMk/>
            <pc:sldMk cId="0" sldId="274"/>
            <ac:spMk id="4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0" v="1238"/>
          <ac:spMkLst>
            <pc:docMk/>
            <pc:sldMk cId="0" sldId="274"/>
            <ac:spMk id="4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0" v="1239"/>
          <ac:spMkLst>
            <pc:docMk/>
            <pc:sldMk cId="0" sldId="274"/>
            <ac:spMk id="4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0" v="1240"/>
          <ac:spMkLst>
            <pc:docMk/>
            <pc:sldMk cId="0" sldId="274"/>
            <ac:spMk id="4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0" v="1241"/>
          <ac:spMkLst>
            <pc:docMk/>
            <pc:sldMk cId="0" sldId="274"/>
            <ac:spMk id="4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0" v="1242"/>
          <ac:spMkLst>
            <pc:docMk/>
            <pc:sldMk cId="0" sldId="274"/>
            <ac:spMk id="4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0" v="1243"/>
          <ac:spMkLst>
            <pc:docMk/>
            <pc:sldMk cId="0" sldId="274"/>
            <ac:spMk id="4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44"/>
          <ac:spMkLst>
            <pc:docMk/>
            <pc:sldMk cId="0" sldId="274"/>
            <ac:spMk id="4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45"/>
          <ac:spMkLst>
            <pc:docMk/>
            <pc:sldMk cId="0" sldId="274"/>
            <ac:spMk id="4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46"/>
          <ac:spMkLst>
            <pc:docMk/>
            <pc:sldMk cId="0" sldId="274"/>
            <ac:spMk id="4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47"/>
          <ac:spMkLst>
            <pc:docMk/>
            <pc:sldMk cId="0" sldId="274"/>
            <ac:spMk id="5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48"/>
          <ac:spMkLst>
            <pc:docMk/>
            <pc:sldMk cId="0" sldId="274"/>
            <ac:spMk id="5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49"/>
          <ac:spMkLst>
            <pc:docMk/>
            <pc:sldMk cId="0" sldId="274"/>
            <ac:spMk id="5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50"/>
          <ac:spMkLst>
            <pc:docMk/>
            <pc:sldMk cId="0" sldId="274"/>
            <ac:spMk id="5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51"/>
          <ac:spMkLst>
            <pc:docMk/>
            <pc:sldMk cId="0" sldId="274"/>
            <ac:spMk id="5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52"/>
          <ac:spMkLst>
            <pc:docMk/>
            <pc:sldMk cId="0" sldId="274"/>
            <ac:spMk id="5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53"/>
          <ac:spMkLst>
            <pc:docMk/>
            <pc:sldMk cId="0" sldId="274"/>
            <ac:spMk id="5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54"/>
          <ac:spMkLst>
            <pc:docMk/>
            <pc:sldMk cId="0" sldId="274"/>
            <ac:spMk id="5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2" v="1255"/>
          <ac:spMkLst>
            <pc:docMk/>
            <pc:sldMk cId="0" sldId="274"/>
            <ac:spMk id="5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5" v="1256"/>
          <ac:spMkLst>
            <pc:docMk/>
            <pc:sldMk cId="0" sldId="274"/>
            <ac:spMk id="5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5" v="1257"/>
          <ac:spMkLst>
            <pc:docMk/>
            <pc:sldMk cId="0" sldId="274"/>
            <ac:spMk id="6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5" v="1258"/>
          <ac:spMkLst>
            <pc:docMk/>
            <pc:sldMk cId="0" sldId="274"/>
            <ac:spMk id="6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5" v="1259"/>
          <ac:spMkLst>
            <pc:docMk/>
            <pc:sldMk cId="0" sldId="274"/>
            <ac:spMk id="6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5" v="1260"/>
          <ac:spMkLst>
            <pc:docMk/>
            <pc:sldMk cId="0" sldId="274"/>
            <ac:spMk id="6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5" v="1261"/>
          <ac:spMkLst>
            <pc:docMk/>
            <pc:sldMk cId="0" sldId="274"/>
            <ac:spMk id="6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5" v="1262"/>
          <ac:spMkLst>
            <pc:docMk/>
            <pc:sldMk cId="0" sldId="274"/>
            <ac:spMk id="6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8" v="1263"/>
          <ac:spMkLst>
            <pc:docMk/>
            <pc:sldMk cId="0" sldId="274"/>
            <ac:spMk id="6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8" v="1264"/>
          <ac:spMkLst>
            <pc:docMk/>
            <pc:sldMk cId="0" sldId="274"/>
            <ac:spMk id="6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8" v="1265"/>
          <ac:spMkLst>
            <pc:docMk/>
            <pc:sldMk cId="0" sldId="274"/>
            <ac:spMk id="6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8" v="1266"/>
          <ac:spMkLst>
            <pc:docMk/>
            <pc:sldMk cId="0" sldId="274"/>
            <ac:spMk id="6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8" v="1267"/>
          <ac:spMkLst>
            <pc:docMk/>
            <pc:sldMk cId="0" sldId="274"/>
            <ac:spMk id="7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8" v="1268"/>
          <ac:spMkLst>
            <pc:docMk/>
            <pc:sldMk cId="0" sldId="274"/>
            <ac:spMk id="7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8" v="1269"/>
          <ac:spMkLst>
            <pc:docMk/>
            <pc:sldMk cId="0" sldId="274"/>
            <ac:spMk id="7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8" v="1270"/>
          <ac:spMkLst>
            <pc:docMk/>
            <pc:sldMk cId="0" sldId="274"/>
            <ac:spMk id="7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28" v="1271"/>
          <ac:spMkLst>
            <pc:docMk/>
            <pc:sldMk cId="0" sldId="274"/>
            <ac:spMk id="7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0" v="1272"/>
          <ac:spMkLst>
            <pc:docMk/>
            <pc:sldMk cId="0" sldId="274"/>
            <ac:spMk id="7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0" v="1273"/>
          <ac:spMkLst>
            <pc:docMk/>
            <pc:sldMk cId="0" sldId="274"/>
            <ac:spMk id="7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0" v="1274"/>
          <ac:spMkLst>
            <pc:docMk/>
            <pc:sldMk cId="0" sldId="274"/>
            <ac:spMk id="7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0" v="1275"/>
          <ac:spMkLst>
            <pc:docMk/>
            <pc:sldMk cId="0" sldId="274"/>
            <ac:spMk id="7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0" v="1276"/>
          <ac:spMkLst>
            <pc:docMk/>
            <pc:sldMk cId="0" sldId="274"/>
            <ac:spMk id="7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0" v="1277"/>
          <ac:spMkLst>
            <pc:docMk/>
            <pc:sldMk cId="0" sldId="274"/>
            <ac:spMk id="8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0" v="1278"/>
          <ac:spMkLst>
            <pc:docMk/>
            <pc:sldMk cId="0" sldId="274"/>
            <ac:spMk id="8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2" v="1279"/>
          <ac:spMkLst>
            <pc:docMk/>
            <pc:sldMk cId="0" sldId="274"/>
            <ac:spMk id="8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2" v="1280"/>
          <ac:spMkLst>
            <pc:docMk/>
            <pc:sldMk cId="0" sldId="274"/>
            <ac:spMk id="8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2" v="1281"/>
          <ac:spMkLst>
            <pc:docMk/>
            <pc:sldMk cId="0" sldId="274"/>
            <ac:spMk id="8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2" v="1282"/>
          <ac:spMkLst>
            <pc:docMk/>
            <pc:sldMk cId="0" sldId="274"/>
            <ac:spMk id="8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2" v="1283"/>
          <ac:spMkLst>
            <pc:docMk/>
            <pc:sldMk cId="0" sldId="274"/>
            <ac:spMk id="8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2" v="1284"/>
          <ac:spMkLst>
            <pc:docMk/>
            <pc:sldMk cId="0" sldId="274"/>
            <ac:spMk id="87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5.233" v="1698"/>
        <pc:sldMkLst>
          <pc:docMk/>
          <pc:sldMk cId="0" sldId="275"/>
        </pc:sldMkLst>
        <pc:spChg chg="mod">
          <ac:chgData name="RIFAT AL MAMUN RUDRO" userId="24b27b9a-aab3-4351-8aca-a88306e0f932" providerId="ADAL" clId="{DB9BBBDC-F455-4572-BF35-B25E0968203C}" dt="2026-10-04T06:51:59.732" v="1285"/>
          <ac:spMkLst>
            <pc:docMk/>
            <pc:sldMk cId="0" sldId="275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4" v="1286"/>
          <ac:spMkLst>
            <pc:docMk/>
            <pc:sldMk cId="0" sldId="275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4" v="1287"/>
          <ac:spMkLst>
            <pc:docMk/>
            <pc:sldMk cId="0" sldId="275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4" v="1288"/>
          <ac:spMkLst>
            <pc:docMk/>
            <pc:sldMk cId="0" sldId="275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4" v="1289"/>
          <ac:spMkLst>
            <pc:docMk/>
            <pc:sldMk cId="0" sldId="275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4" v="1290"/>
          <ac:spMkLst>
            <pc:docMk/>
            <pc:sldMk cId="0" sldId="275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4" v="1291"/>
          <ac:spMkLst>
            <pc:docMk/>
            <pc:sldMk cId="0" sldId="275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4" v="1292"/>
          <ac:spMkLst>
            <pc:docMk/>
            <pc:sldMk cId="0" sldId="275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4" v="1293"/>
          <ac:spMkLst>
            <pc:docMk/>
            <pc:sldMk cId="0" sldId="275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6" v="1294"/>
          <ac:spMkLst>
            <pc:docMk/>
            <pc:sldMk cId="0" sldId="275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6" v="1295"/>
          <ac:spMkLst>
            <pc:docMk/>
            <pc:sldMk cId="0" sldId="275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6" v="129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6" v="1297"/>
          <ac:spMkLst>
            <pc:docMk/>
            <pc:sldMk cId="0" sldId="275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8" v="1298"/>
          <ac:spMkLst>
            <pc:docMk/>
            <pc:sldMk cId="0" sldId="275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8" v="1299"/>
          <ac:spMkLst>
            <pc:docMk/>
            <pc:sldMk cId="0" sldId="275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8" v="1300"/>
          <ac:spMkLst>
            <pc:docMk/>
            <pc:sldMk cId="0" sldId="275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9" v="1301"/>
          <ac:spMkLst>
            <pc:docMk/>
            <pc:sldMk cId="0" sldId="275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9" v="1302"/>
          <ac:spMkLst>
            <pc:docMk/>
            <pc:sldMk cId="0" sldId="275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9" v="1303"/>
          <ac:spMkLst>
            <pc:docMk/>
            <pc:sldMk cId="0" sldId="275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9" v="1304"/>
          <ac:spMkLst>
            <pc:docMk/>
            <pc:sldMk cId="0" sldId="275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9" v="1305"/>
          <ac:spMkLst>
            <pc:docMk/>
            <pc:sldMk cId="0" sldId="275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9" v="1306"/>
          <ac:spMkLst>
            <pc:docMk/>
            <pc:sldMk cId="0" sldId="275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9" v="1307"/>
          <ac:spMkLst>
            <pc:docMk/>
            <pc:sldMk cId="0" sldId="275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9" v="1308"/>
          <ac:spMkLst>
            <pc:docMk/>
            <pc:sldMk cId="0" sldId="275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9" v="1309"/>
          <ac:spMkLst>
            <pc:docMk/>
            <pc:sldMk cId="0" sldId="275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39" v="1310"/>
          <ac:spMkLst>
            <pc:docMk/>
            <pc:sldMk cId="0" sldId="275"/>
            <ac:spMk id="28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5.399" v="1700"/>
        <pc:sldMkLst>
          <pc:docMk/>
          <pc:sldMk cId="0" sldId="276"/>
        </pc:sldMkLst>
        <pc:spChg chg="mod">
          <ac:chgData name="RIFAT AL MAMUN RUDRO" userId="24b27b9a-aab3-4351-8aca-a88306e0f932" providerId="ADAL" clId="{DB9BBBDC-F455-4572-BF35-B25E0968203C}" dt="2026-10-04T06:51:59.742" v="1311"/>
          <ac:spMkLst>
            <pc:docMk/>
            <pc:sldMk cId="0" sldId="276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12"/>
          <ac:spMkLst>
            <pc:docMk/>
            <pc:sldMk cId="0" sldId="276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13"/>
          <ac:spMkLst>
            <pc:docMk/>
            <pc:sldMk cId="0" sldId="276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14"/>
          <ac:spMkLst>
            <pc:docMk/>
            <pc:sldMk cId="0" sldId="276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15"/>
          <ac:spMkLst>
            <pc:docMk/>
            <pc:sldMk cId="0" sldId="276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16"/>
          <ac:spMkLst>
            <pc:docMk/>
            <pc:sldMk cId="0" sldId="276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17"/>
          <ac:spMkLst>
            <pc:docMk/>
            <pc:sldMk cId="0" sldId="276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18"/>
          <ac:spMkLst>
            <pc:docMk/>
            <pc:sldMk cId="0" sldId="276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19"/>
          <ac:spMkLst>
            <pc:docMk/>
            <pc:sldMk cId="0" sldId="276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20"/>
          <ac:spMkLst>
            <pc:docMk/>
            <pc:sldMk cId="0" sldId="276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21"/>
          <ac:spMkLst>
            <pc:docMk/>
            <pc:sldMk cId="0" sldId="276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22"/>
          <ac:spMkLst>
            <pc:docMk/>
            <pc:sldMk cId="0" sldId="276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23"/>
          <ac:spMkLst>
            <pc:docMk/>
            <pc:sldMk cId="0" sldId="276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24"/>
          <ac:spMkLst>
            <pc:docMk/>
            <pc:sldMk cId="0" sldId="276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25"/>
          <ac:spMkLst>
            <pc:docMk/>
            <pc:sldMk cId="0" sldId="276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26"/>
          <ac:spMkLst>
            <pc:docMk/>
            <pc:sldMk cId="0" sldId="276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2" v="1327"/>
          <ac:spMkLst>
            <pc:docMk/>
            <pc:sldMk cId="0" sldId="276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8" v="1328"/>
          <ac:spMkLst>
            <pc:docMk/>
            <pc:sldMk cId="0" sldId="276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8" v="1329"/>
          <ac:spMkLst>
            <pc:docMk/>
            <pc:sldMk cId="0" sldId="276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8" v="1330"/>
          <ac:spMkLst>
            <pc:docMk/>
            <pc:sldMk cId="0" sldId="276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8" v="1331"/>
          <ac:spMkLst>
            <pc:docMk/>
            <pc:sldMk cId="0" sldId="276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8" v="1332"/>
          <ac:spMkLst>
            <pc:docMk/>
            <pc:sldMk cId="0" sldId="276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8" v="1333"/>
          <ac:spMkLst>
            <pc:docMk/>
            <pc:sldMk cId="0" sldId="276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8" v="1334"/>
          <ac:spMkLst>
            <pc:docMk/>
            <pc:sldMk cId="0" sldId="276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48" v="1335"/>
          <ac:spMkLst>
            <pc:docMk/>
            <pc:sldMk cId="0" sldId="276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0" v="1336"/>
          <ac:spMkLst>
            <pc:docMk/>
            <pc:sldMk cId="0" sldId="276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0" v="1337"/>
          <ac:spMkLst>
            <pc:docMk/>
            <pc:sldMk cId="0" sldId="276"/>
            <ac:spMk id="29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5.533" v="1702"/>
        <pc:sldMkLst>
          <pc:docMk/>
          <pc:sldMk cId="0" sldId="277"/>
        </pc:sldMkLst>
        <pc:spChg chg="mod">
          <ac:chgData name="RIFAT AL MAMUN RUDRO" userId="24b27b9a-aab3-4351-8aca-a88306e0f932" providerId="ADAL" clId="{DB9BBBDC-F455-4572-BF35-B25E0968203C}" dt="2026-10-04T06:51:59.750" v="1338"/>
          <ac:spMkLst>
            <pc:docMk/>
            <pc:sldMk cId="0" sldId="277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0" v="1339"/>
          <ac:spMkLst>
            <pc:docMk/>
            <pc:sldMk cId="0" sldId="277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1" v="1340"/>
          <ac:spMkLst>
            <pc:docMk/>
            <pc:sldMk cId="0" sldId="277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1" v="1341"/>
          <ac:spMkLst>
            <pc:docMk/>
            <pc:sldMk cId="0" sldId="277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1" v="1342"/>
          <ac:spMkLst>
            <pc:docMk/>
            <pc:sldMk cId="0" sldId="277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1" v="1343"/>
          <ac:spMkLst>
            <pc:docMk/>
            <pc:sldMk cId="0" sldId="277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1" v="1344"/>
          <ac:spMkLst>
            <pc:docMk/>
            <pc:sldMk cId="0" sldId="277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1" v="1345"/>
          <ac:spMkLst>
            <pc:docMk/>
            <pc:sldMk cId="0" sldId="277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1" v="134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4" v="1347"/>
          <ac:spMkLst>
            <pc:docMk/>
            <pc:sldMk cId="0" sldId="277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4" v="1348"/>
          <ac:spMkLst>
            <pc:docMk/>
            <pc:sldMk cId="0" sldId="277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5" v="1349"/>
          <ac:spMkLst>
            <pc:docMk/>
            <pc:sldMk cId="0" sldId="277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5" v="1350"/>
          <ac:spMkLst>
            <pc:docMk/>
            <pc:sldMk cId="0" sldId="277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5" v="1351"/>
          <ac:spMkLst>
            <pc:docMk/>
            <pc:sldMk cId="0" sldId="277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5" v="1352"/>
          <ac:spMkLst>
            <pc:docMk/>
            <pc:sldMk cId="0" sldId="277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5" v="1353"/>
          <ac:spMkLst>
            <pc:docMk/>
            <pc:sldMk cId="0" sldId="277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5" v="1354"/>
          <ac:spMkLst>
            <pc:docMk/>
            <pc:sldMk cId="0" sldId="277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55"/>
          <ac:spMkLst>
            <pc:docMk/>
            <pc:sldMk cId="0" sldId="277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56"/>
          <ac:spMkLst>
            <pc:docMk/>
            <pc:sldMk cId="0" sldId="277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57"/>
          <ac:spMkLst>
            <pc:docMk/>
            <pc:sldMk cId="0" sldId="277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58"/>
          <ac:spMkLst>
            <pc:docMk/>
            <pc:sldMk cId="0" sldId="277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59"/>
          <ac:spMkLst>
            <pc:docMk/>
            <pc:sldMk cId="0" sldId="277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60"/>
          <ac:spMkLst>
            <pc:docMk/>
            <pc:sldMk cId="0" sldId="277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61"/>
          <ac:spMkLst>
            <pc:docMk/>
            <pc:sldMk cId="0" sldId="277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62"/>
          <ac:spMkLst>
            <pc:docMk/>
            <pc:sldMk cId="0" sldId="277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63"/>
          <ac:spMkLst>
            <pc:docMk/>
            <pc:sldMk cId="0" sldId="277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64"/>
          <ac:spMkLst>
            <pc:docMk/>
            <pc:sldMk cId="0" sldId="277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65"/>
          <ac:spMkLst>
            <pc:docMk/>
            <pc:sldMk cId="0" sldId="277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66"/>
          <ac:spMkLst>
            <pc:docMk/>
            <pc:sldMk cId="0" sldId="277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67"/>
          <ac:spMkLst>
            <pc:docMk/>
            <pc:sldMk cId="0" sldId="277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68"/>
          <ac:spMkLst>
            <pc:docMk/>
            <pc:sldMk cId="0" sldId="277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69"/>
          <ac:spMkLst>
            <pc:docMk/>
            <pc:sldMk cId="0" sldId="277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70"/>
          <ac:spMkLst>
            <pc:docMk/>
            <pc:sldMk cId="0" sldId="277"/>
            <ac:spMk id="3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71"/>
          <ac:spMkLst>
            <pc:docMk/>
            <pc:sldMk cId="0" sldId="277"/>
            <ac:spMk id="3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72"/>
          <ac:spMkLst>
            <pc:docMk/>
            <pc:sldMk cId="0" sldId="277"/>
            <ac:spMk id="3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73"/>
          <ac:spMkLst>
            <pc:docMk/>
            <pc:sldMk cId="0" sldId="277"/>
            <ac:spMk id="3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57" v="1374"/>
          <ac:spMkLst>
            <pc:docMk/>
            <pc:sldMk cId="0" sldId="277"/>
            <ac:spMk id="3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3" v="1375"/>
          <ac:spMkLst>
            <pc:docMk/>
            <pc:sldMk cId="0" sldId="277"/>
            <ac:spMk id="4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3" v="1376"/>
          <ac:spMkLst>
            <pc:docMk/>
            <pc:sldMk cId="0" sldId="277"/>
            <ac:spMk id="4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3" v="1377"/>
          <ac:spMkLst>
            <pc:docMk/>
            <pc:sldMk cId="0" sldId="277"/>
            <ac:spMk id="4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3" v="1378"/>
          <ac:spMkLst>
            <pc:docMk/>
            <pc:sldMk cId="0" sldId="277"/>
            <ac:spMk id="4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3" v="1379"/>
          <ac:spMkLst>
            <pc:docMk/>
            <pc:sldMk cId="0" sldId="277"/>
            <ac:spMk id="4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3" v="1380"/>
          <ac:spMkLst>
            <pc:docMk/>
            <pc:sldMk cId="0" sldId="277"/>
            <ac:spMk id="4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3" v="1381"/>
          <ac:spMkLst>
            <pc:docMk/>
            <pc:sldMk cId="0" sldId="277"/>
            <ac:spMk id="4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3" v="1382"/>
          <ac:spMkLst>
            <pc:docMk/>
            <pc:sldMk cId="0" sldId="277"/>
            <ac:spMk id="4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5" v="1383"/>
          <ac:spMkLst>
            <pc:docMk/>
            <pc:sldMk cId="0" sldId="277"/>
            <ac:spMk id="4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5" v="1384"/>
          <ac:spMkLst>
            <pc:docMk/>
            <pc:sldMk cId="0" sldId="277"/>
            <ac:spMk id="4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5" v="1385"/>
          <ac:spMkLst>
            <pc:docMk/>
            <pc:sldMk cId="0" sldId="277"/>
            <ac:spMk id="5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5" v="1386"/>
          <ac:spMkLst>
            <pc:docMk/>
            <pc:sldMk cId="0" sldId="277"/>
            <ac:spMk id="5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5" v="1387"/>
          <ac:spMkLst>
            <pc:docMk/>
            <pc:sldMk cId="0" sldId="277"/>
            <ac:spMk id="5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5" v="1388"/>
          <ac:spMkLst>
            <pc:docMk/>
            <pc:sldMk cId="0" sldId="277"/>
            <ac:spMk id="5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7" v="1389"/>
          <ac:spMkLst>
            <pc:docMk/>
            <pc:sldMk cId="0" sldId="277"/>
            <ac:spMk id="5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7" v="1390"/>
          <ac:spMkLst>
            <pc:docMk/>
            <pc:sldMk cId="0" sldId="277"/>
            <ac:spMk id="5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7" v="1391"/>
          <ac:spMkLst>
            <pc:docMk/>
            <pc:sldMk cId="0" sldId="277"/>
            <ac:spMk id="5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9" v="1392"/>
          <ac:spMkLst>
            <pc:docMk/>
            <pc:sldMk cId="0" sldId="277"/>
            <ac:spMk id="5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9" v="1393"/>
          <ac:spMkLst>
            <pc:docMk/>
            <pc:sldMk cId="0" sldId="277"/>
            <ac:spMk id="5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9" v="1394"/>
          <ac:spMkLst>
            <pc:docMk/>
            <pc:sldMk cId="0" sldId="277"/>
            <ac:spMk id="5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69" v="1395"/>
          <ac:spMkLst>
            <pc:docMk/>
            <pc:sldMk cId="0" sldId="277"/>
            <ac:spMk id="6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1" v="1396"/>
          <ac:spMkLst>
            <pc:docMk/>
            <pc:sldMk cId="0" sldId="277"/>
            <ac:spMk id="6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2" v="1397"/>
          <ac:spMkLst>
            <pc:docMk/>
            <pc:sldMk cId="0" sldId="277"/>
            <ac:spMk id="6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2" v="1398"/>
          <ac:spMkLst>
            <pc:docMk/>
            <pc:sldMk cId="0" sldId="277"/>
            <ac:spMk id="6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2" v="1399"/>
          <ac:spMkLst>
            <pc:docMk/>
            <pc:sldMk cId="0" sldId="277"/>
            <ac:spMk id="6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2" v="1400"/>
          <ac:spMkLst>
            <pc:docMk/>
            <pc:sldMk cId="0" sldId="277"/>
            <ac:spMk id="6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2" v="1401"/>
          <ac:spMkLst>
            <pc:docMk/>
            <pc:sldMk cId="0" sldId="277"/>
            <ac:spMk id="6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02"/>
          <ac:spMkLst>
            <pc:docMk/>
            <pc:sldMk cId="0" sldId="277"/>
            <ac:spMk id="6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03"/>
          <ac:spMkLst>
            <pc:docMk/>
            <pc:sldMk cId="0" sldId="277"/>
            <ac:spMk id="6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04"/>
          <ac:spMkLst>
            <pc:docMk/>
            <pc:sldMk cId="0" sldId="277"/>
            <ac:spMk id="6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05"/>
          <ac:spMkLst>
            <pc:docMk/>
            <pc:sldMk cId="0" sldId="277"/>
            <ac:spMk id="7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06"/>
          <ac:spMkLst>
            <pc:docMk/>
            <pc:sldMk cId="0" sldId="277"/>
            <ac:spMk id="7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07"/>
          <ac:spMkLst>
            <pc:docMk/>
            <pc:sldMk cId="0" sldId="277"/>
            <ac:spMk id="7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08"/>
          <ac:spMkLst>
            <pc:docMk/>
            <pc:sldMk cId="0" sldId="277"/>
            <ac:spMk id="7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09"/>
          <ac:spMkLst>
            <pc:docMk/>
            <pc:sldMk cId="0" sldId="277"/>
            <ac:spMk id="7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10"/>
          <ac:spMkLst>
            <pc:docMk/>
            <pc:sldMk cId="0" sldId="277"/>
            <ac:spMk id="7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11"/>
          <ac:spMkLst>
            <pc:docMk/>
            <pc:sldMk cId="0" sldId="277"/>
            <ac:spMk id="7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12"/>
          <ac:spMkLst>
            <pc:docMk/>
            <pc:sldMk cId="0" sldId="277"/>
            <ac:spMk id="7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13"/>
          <ac:spMkLst>
            <pc:docMk/>
            <pc:sldMk cId="0" sldId="277"/>
            <ac:spMk id="7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14"/>
          <ac:spMkLst>
            <pc:docMk/>
            <pc:sldMk cId="0" sldId="277"/>
            <ac:spMk id="7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15"/>
          <ac:spMkLst>
            <pc:docMk/>
            <pc:sldMk cId="0" sldId="277"/>
            <ac:spMk id="8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16"/>
          <ac:spMkLst>
            <pc:docMk/>
            <pc:sldMk cId="0" sldId="277"/>
            <ac:spMk id="8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17"/>
          <ac:spMkLst>
            <pc:docMk/>
            <pc:sldMk cId="0" sldId="277"/>
            <ac:spMk id="82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5.740" v="1704"/>
        <pc:sldMkLst>
          <pc:docMk/>
          <pc:sldMk cId="0" sldId="278"/>
        </pc:sldMkLst>
        <pc:spChg chg="mod">
          <ac:chgData name="RIFAT AL MAMUN RUDRO" userId="24b27b9a-aab3-4351-8aca-a88306e0f932" providerId="ADAL" clId="{DB9BBBDC-F455-4572-BF35-B25E0968203C}" dt="2026-10-04T06:51:59.774" v="1418"/>
          <ac:spMkLst>
            <pc:docMk/>
            <pc:sldMk cId="0" sldId="278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19"/>
          <ac:spMkLst>
            <pc:docMk/>
            <pc:sldMk cId="0" sldId="278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20"/>
          <ac:spMkLst>
            <pc:docMk/>
            <pc:sldMk cId="0" sldId="278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21"/>
          <ac:spMkLst>
            <pc:docMk/>
            <pc:sldMk cId="0" sldId="278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22"/>
          <ac:spMkLst>
            <pc:docMk/>
            <pc:sldMk cId="0" sldId="278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23"/>
          <ac:spMkLst>
            <pc:docMk/>
            <pc:sldMk cId="0" sldId="278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24"/>
          <ac:spMkLst>
            <pc:docMk/>
            <pc:sldMk cId="0" sldId="278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25"/>
          <ac:spMkLst>
            <pc:docMk/>
            <pc:sldMk cId="0" sldId="278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2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74" v="1427"/>
          <ac:spMkLst>
            <pc:docMk/>
            <pc:sldMk cId="0" sldId="278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3" v="1428"/>
          <ac:spMkLst>
            <pc:docMk/>
            <pc:sldMk cId="0" sldId="278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3" v="1429"/>
          <ac:spMkLst>
            <pc:docMk/>
            <pc:sldMk cId="0" sldId="278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3" v="1430"/>
          <ac:spMkLst>
            <pc:docMk/>
            <pc:sldMk cId="0" sldId="278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3" v="1431"/>
          <ac:spMkLst>
            <pc:docMk/>
            <pc:sldMk cId="0" sldId="278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3" v="1432"/>
          <ac:spMkLst>
            <pc:docMk/>
            <pc:sldMk cId="0" sldId="278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6" v="1433"/>
          <ac:spMkLst>
            <pc:docMk/>
            <pc:sldMk cId="0" sldId="278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6" v="1434"/>
          <ac:spMkLst>
            <pc:docMk/>
            <pc:sldMk cId="0" sldId="278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6" v="1435"/>
          <ac:spMkLst>
            <pc:docMk/>
            <pc:sldMk cId="0" sldId="278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6" v="1436"/>
          <ac:spMkLst>
            <pc:docMk/>
            <pc:sldMk cId="0" sldId="278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8" v="1437"/>
          <ac:spMkLst>
            <pc:docMk/>
            <pc:sldMk cId="0" sldId="278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8" v="1438"/>
          <ac:spMkLst>
            <pc:docMk/>
            <pc:sldMk cId="0" sldId="278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8" v="1439"/>
          <ac:spMkLst>
            <pc:docMk/>
            <pc:sldMk cId="0" sldId="278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8" v="1440"/>
          <ac:spMkLst>
            <pc:docMk/>
            <pc:sldMk cId="0" sldId="278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88" v="1441"/>
          <ac:spMkLst>
            <pc:docMk/>
            <pc:sldMk cId="0" sldId="278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42"/>
          <ac:spMkLst>
            <pc:docMk/>
            <pc:sldMk cId="0" sldId="278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43"/>
          <ac:spMkLst>
            <pc:docMk/>
            <pc:sldMk cId="0" sldId="278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44"/>
          <ac:spMkLst>
            <pc:docMk/>
            <pc:sldMk cId="0" sldId="278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45"/>
          <ac:spMkLst>
            <pc:docMk/>
            <pc:sldMk cId="0" sldId="278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46"/>
          <ac:spMkLst>
            <pc:docMk/>
            <pc:sldMk cId="0" sldId="278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47"/>
          <ac:spMkLst>
            <pc:docMk/>
            <pc:sldMk cId="0" sldId="278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48"/>
          <ac:spMkLst>
            <pc:docMk/>
            <pc:sldMk cId="0" sldId="278"/>
            <ac:spMk id="33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5.855" v="1706"/>
        <pc:sldMkLst>
          <pc:docMk/>
          <pc:sldMk cId="0" sldId="279"/>
        </pc:sldMkLst>
        <pc:spChg chg="mod">
          <ac:chgData name="RIFAT AL MAMUN RUDRO" userId="24b27b9a-aab3-4351-8aca-a88306e0f932" providerId="ADAL" clId="{DB9BBBDC-F455-4572-BF35-B25E0968203C}" dt="2026-10-04T06:51:59.791" v="1449"/>
          <ac:spMkLst>
            <pc:docMk/>
            <pc:sldMk cId="0" sldId="279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50"/>
          <ac:spMkLst>
            <pc:docMk/>
            <pc:sldMk cId="0" sldId="279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51"/>
          <ac:spMkLst>
            <pc:docMk/>
            <pc:sldMk cId="0" sldId="279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52"/>
          <ac:spMkLst>
            <pc:docMk/>
            <pc:sldMk cId="0" sldId="279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53"/>
          <ac:spMkLst>
            <pc:docMk/>
            <pc:sldMk cId="0" sldId="279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54"/>
          <ac:spMkLst>
            <pc:docMk/>
            <pc:sldMk cId="0" sldId="279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55"/>
          <ac:spMkLst>
            <pc:docMk/>
            <pc:sldMk cId="0" sldId="279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5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57"/>
          <ac:spMkLst>
            <pc:docMk/>
            <pc:sldMk cId="0" sldId="279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58"/>
          <ac:spMkLst>
            <pc:docMk/>
            <pc:sldMk cId="0" sldId="279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59"/>
          <ac:spMkLst>
            <pc:docMk/>
            <pc:sldMk cId="0" sldId="279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60"/>
          <ac:spMkLst>
            <pc:docMk/>
            <pc:sldMk cId="0" sldId="279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61"/>
          <ac:spMkLst>
            <pc:docMk/>
            <pc:sldMk cId="0" sldId="279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62"/>
          <ac:spMkLst>
            <pc:docMk/>
            <pc:sldMk cId="0" sldId="279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63"/>
          <ac:spMkLst>
            <pc:docMk/>
            <pc:sldMk cId="0" sldId="279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64"/>
          <ac:spMkLst>
            <pc:docMk/>
            <pc:sldMk cId="0" sldId="279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65"/>
          <ac:spMkLst>
            <pc:docMk/>
            <pc:sldMk cId="0" sldId="279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1" v="1466"/>
          <ac:spMkLst>
            <pc:docMk/>
            <pc:sldMk cId="0" sldId="279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67"/>
          <ac:spMkLst>
            <pc:docMk/>
            <pc:sldMk cId="0" sldId="279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68"/>
          <ac:spMkLst>
            <pc:docMk/>
            <pc:sldMk cId="0" sldId="279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69"/>
          <ac:spMkLst>
            <pc:docMk/>
            <pc:sldMk cId="0" sldId="279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70"/>
          <ac:spMkLst>
            <pc:docMk/>
            <pc:sldMk cId="0" sldId="279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71"/>
          <ac:spMkLst>
            <pc:docMk/>
            <pc:sldMk cId="0" sldId="279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72"/>
          <ac:spMkLst>
            <pc:docMk/>
            <pc:sldMk cId="0" sldId="279"/>
            <ac:spMk id="26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5.982" v="1708"/>
        <pc:sldMkLst>
          <pc:docMk/>
          <pc:sldMk cId="0" sldId="280"/>
        </pc:sldMkLst>
        <pc:spChg chg="mod">
          <ac:chgData name="RIFAT AL MAMUN RUDRO" userId="24b27b9a-aab3-4351-8aca-a88306e0f932" providerId="ADAL" clId="{DB9BBBDC-F455-4572-BF35-B25E0968203C}" dt="2026-10-04T06:51:59.799" v="1473"/>
          <ac:spMkLst>
            <pc:docMk/>
            <pc:sldMk cId="0" sldId="280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74"/>
          <ac:spMkLst>
            <pc:docMk/>
            <pc:sldMk cId="0" sldId="280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75"/>
          <ac:spMkLst>
            <pc:docMk/>
            <pc:sldMk cId="0" sldId="280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76"/>
          <ac:spMkLst>
            <pc:docMk/>
            <pc:sldMk cId="0" sldId="280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77"/>
          <ac:spMkLst>
            <pc:docMk/>
            <pc:sldMk cId="0" sldId="280"/>
            <ac:spMk id="7" creationId="{00000000-0000-0000-0000-000000000000}"/>
          </ac:spMkLst>
        </pc:spChg>
        <pc:graphicFrameChg chg="modGraphic">
          <ac:chgData name="RIFAT AL MAMUN RUDRO" userId="24b27b9a-aab3-4351-8aca-a88306e0f932" providerId="ADAL" clId="{DB9BBBDC-F455-4572-BF35-B25E0968203C}" dt="2026-10-04T06:51:59.859" v="1666"/>
          <ac:graphicFrameMkLst>
            <pc:docMk/>
            <pc:sldMk cId="0" sldId="280"/>
            <ac:graphicFrameMk id="26" creationId="{00000000-0000-0000-0000-000000000000}"/>
          </ac:graphicFrameMkLst>
        </pc:graphicFrameChg>
      </pc:sldChg>
      <pc:sldChg chg="modSp del mod modClrScheme chgLayout">
        <pc:chgData name="RIFAT AL MAMUN RUDRO" userId="24b27b9a-aab3-4351-8aca-a88306e0f932" providerId="ADAL" clId="{DB9BBBDC-F455-4572-BF35-B25E0968203C}" dt="2026-10-05T08:36:56.241" v="1710"/>
        <pc:sldMkLst>
          <pc:docMk/>
          <pc:sldMk cId="0" sldId="282"/>
        </pc:sldMkLst>
        <pc:spChg chg="mod">
          <ac:chgData name="RIFAT AL MAMUN RUDRO" userId="24b27b9a-aab3-4351-8aca-a88306e0f932" providerId="ADAL" clId="{DB9BBBDC-F455-4572-BF35-B25E0968203C}" dt="2026-10-04T06:51:59.805" v="1484"/>
          <ac:spMkLst>
            <pc:docMk/>
            <pc:sldMk cId="0" sldId="282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5" v="1485"/>
          <ac:spMkLst>
            <pc:docMk/>
            <pc:sldMk cId="0" sldId="282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5" v="1486"/>
          <ac:spMkLst>
            <pc:docMk/>
            <pc:sldMk cId="0" sldId="282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5" v="1487"/>
          <ac:spMkLst>
            <pc:docMk/>
            <pc:sldMk cId="0" sldId="282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7" v="1488"/>
          <ac:spMkLst>
            <pc:docMk/>
            <pc:sldMk cId="0" sldId="282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7" v="1489"/>
          <ac:spMkLst>
            <pc:docMk/>
            <pc:sldMk cId="0" sldId="282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7" v="1490"/>
          <ac:spMkLst>
            <pc:docMk/>
            <pc:sldMk cId="0" sldId="282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7" v="1491"/>
          <ac:spMkLst>
            <pc:docMk/>
            <pc:sldMk cId="0" sldId="282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492"/>
          <ac:spMkLst>
            <pc:docMk/>
            <pc:sldMk cId="0" sldId="282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493"/>
          <ac:spMkLst>
            <pc:docMk/>
            <pc:sldMk cId="0" sldId="282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494"/>
          <ac:spMkLst>
            <pc:docMk/>
            <pc:sldMk cId="0" sldId="282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495"/>
          <ac:spMkLst>
            <pc:docMk/>
            <pc:sldMk cId="0" sldId="282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496"/>
          <ac:spMkLst>
            <pc:docMk/>
            <pc:sldMk cId="0" sldId="282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497"/>
          <ac:spMkLst>
            <pc:docMk/>
            <pc:sldMk cId="0" sldId="282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498"/>
          <ac:spMkLst>
            <pc:docMk/>
            <pc:sldMk cId="0" sldId="282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499"/>
          <ac:spMkLst>
            <pc:docMk/>
            <pc:sldMk cId="0" sldId="282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00"/>
          <ac:spMkLst>
            <pc:docMk/>
            <pc:sldMk cId="0" sldId="282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01"/>
          <ac:spMkLst>
            <pc:docMk/>
            <pc:sldMk cId="0" sldId="282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02"/>
          <ac:spMkLst>
            <pc:docMk/>
            <pc:sldMk cId="0" sldId="282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03"/>
          <ac:spMkLst>
            <pc:docMk/>
            <pc:sldMk cId="0" sldId="282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04"/>
          <ac:spMkLst>
            <pc:docMk/>
            <pc:sldMk cId="0" sldId="282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05"/>
          <ac:spMkLst>
            <pc:docMk/>
            <pc:sldMk cId="0" sldId="282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06"/>
          <ac:spMkLst>
            <pc:docMk/>
            <pc:sldMk cId="0" sldId="282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07"/>
          <ac:spMkLst>
            <pc:docMk/>
            <pc:sldMk cId="0" sldId="282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08"/>
          <ac:spMkLst>
            <pc:docMk/>
            <pc:sldMk cId="0" sldId="282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09"/>
          <ac:spMkLst>
            <pc:docMk/>
            <pc:sldMk cId="0" sldId="282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10"/>
          <ac:spMkLst>
            <pc:docMk/>
            <pc:sldMk cId="0" sldId="282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11"/>
          <ac:spMkLst>
            <pc:docMk/>
            <pc:sldMk cId="0" sldId="282"/>
            <ac:spMk id="3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12"/>
          <ac:spMkLst>
            <pc:docMk/>
            <pc:sldMk cId="0" sldId="282"/>
            <ac:spMk id="3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13"/>
          <ac:spMkLst>
            <pc:docMk/>
            <pc:sldMk cId="0" sldId="282"/>
            <ac:spMk id="3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14"/>
          <ac:spMkLst>
            <pc:docMk/>
            <pc:sldMk cId="0" sldId="282"/>
            <ac:spMk id="3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15"/>
          <ac:spMkLst>
            <pc:docMk/>
            <pc:sldMk cId="0" sldId="282"/>
            <ac:spMk id="3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16"/>
          <ac:spMkLst>
            <pc:docMk/>
            <pc:sldMk cId="0" sldId="282"/>
            <ac:spMk id="3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8" v="1517"/>
          <ac:spMkLst>
            <pc:docMk/>
            <pc:sldMk cId="0" sldId="282"/>
            <ac:spMk id="3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18"/>
          <ac:spMkLst>
            <pc:docMk/>
            <pc:sldMk cId="0" sldId="282"/>
            <ac:spMk id="3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19"/>
          <ac:spMkLst>
            <pc:docMk/>
            <pc:sldMk cId="0" sldId="282"/>
            <ac:spMk id="3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20"/>
          <ac:spMkLst>
            <pc:docMk/>
            <pc:sldMk cId="0" sldId="282"/>
            <ac:spMk id="3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21"/>
          <ac:spMkLst>
            <pc:docMk/>
            <pc:sldMk cId="0" sldId="282"/>
            <ac:spMk id="4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22"/>
          <ac:spMkLst>
            <pc:docMk/>
            <pc:sldMk cId="0" sldId="282"/>
            <ac:spMk id="4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23"/>
          <ac:spMkLst>
            <pc:docMk/>
            <pc:sldMk cId="0" sldId="282"/>
            <ac:spMk id="4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24"/>
          <ac:spMkLst>
            <pc:docMk/>
            <pc:sldMk cId="0" sldId="282"/>
            <ac:spMk id="4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25"/>
          <ac:spMkLst>
            <pc:docMk/>
            <pc:sldMk cId="0" sldId="282"/>
            <ac:spMk id="4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26"/>
          <ac:spMkLst>
            <pc:docMk/>
            <pc:sldMk cId="0" sldId="282"/>
            <ac:spMk id="4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27"/>
          <ac:spMkLst>
            <pc:docMk/>
            <pc:sldMk cId="0" sldId="282"/>
            <ac:spMk id="4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28"/>
          <ac:spMkLst>
            <pc:docMk/>
            <pc:sldMk cId="0" sldId="282"/>
            <ac:spMk id="4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5" v="1529"/>
          <ac:spMkLst>
            <pc:docMk/>
            <pc:sldMk cId="0" sldId="282"/>
            <ac:spMk id="4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9" v="1530"/>
          <ac:spMkLst>
            <pc:docMk/>
            <pc:sldMk cId="0" sldId="282"/>
            <ac:spMk id="4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9" v="1531"/>
          <ac:spMkLst>
            <pc:docMk/>
            <pc:sldMk cId="0" sldId="282"/>
            <ac:spMk id="5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9" v="1532"/>
          <ac:spMkLst>
            <pc:docMk/>
            <pc:sldMk cId="0" sldId="282"/>
            <ac:spMk id="5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9" v="1533"/>
          <ac:spMkLst>
            <pc:docMk/>
            <pc:sldMk cId="0" sldId="282"/>
            <ac:spMk id="5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9" v="1534"/>
          <ac:spMkLst>
            <pc:docMk/>
            <pc:sldMk cId="0" sldId="282"/>
            <ac:spMk id="5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9" v="1535"/>
          <ac:spMkLst>
            <pc:docMk/>
            <pc:sldMk cId="0" sldId="282"/>
            <ac:spMk id="5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9" v="1536"/>
          <ac:spMkLst>
            <pc:docMk/>
            <pc:sldMk cId="0" sldId="282"/>
            <ac:spMk id="5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19" v="1537"/>
          <ac:spMkLst>
            <pc:docMk/>
            <pc:sldMk cId="0" sldId="282"/>
            <ac:spMk id="56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6.380" v="1712"/>
        <pc:sldMkLst>
          <pc:docMk/>
          <pc:sldMk cId="0" sldId="283"/>
        </pc:sldMkLst>
        <pc:spChg chg="mod">
          <ac:chgData name="RIFAT AL MAMUN RUDRO" userId="24b27b9a-aab3-4351-8aca-a88306e0f932" providerId="ADAL" clId="{DB9BBBDC-F455-4572-BF35-B25E0968203C}" dt="2026-10-04T06:51:59.822" v="1538"/>
          <ac:spMkLst>
            <pc:docMk/>
            <pc:sldMk cId="0" sldId="283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2" v="1539"/>
          <ac:spMkLst>
            <pc:docMk/>
            <pc:sldMk cId="0" sldId="283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2" v="1540"/>
          <ac:spMkLst>
            <pc:docMk/>
            <pc:sldMk cId="0" sldId="283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2" v="1541"/>
          <ac:spMkLst>
            <pc:docMk/>
            <pc:sldMk cId="0" sldId="283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2" v="1542"/>
          <ac:spMkLst>
            <pc:docMk/>
            <pc:sldMk cId="0" sldId="283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3" v="1543"/>
          <ac:spMkLst>
            <pc:docMk/>
            <pc:sldMk cId="0" sldId="283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3" v="1544"/>
          <ac:spMkLst>
            <pc:docMk/>
            <pc:sldMk cId="0" sldId="283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3" v="1545"/>
          <ac:spMkLst>
            <pc:docMk/>
            <pc:sldMk cId="0" sldId="283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3" v="1546"/>
          <ac:spMkLst>
            <pc:docMk/>
            <pc:sldMk cId="0" sldId="283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3" v="1547"/>
          <ac:spMkLst>
            <pc:docMk/>
            <pc:sldMk cId="0" sldId="283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48"/>
          <ac:spMkLst>
            <pc:docMk/>
            <pc:sldMk cId="0" sldId="283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49"/>
          <ac:spMkLst>
            <pc:docMk/>
            <pc:sldMk cId="0" sldId="283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50"/>
          <ac:spMkLst>
            <pc:docMk/>
            <pc:sldMk cId="0" sldId="283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51"/>
          <ac:spMkLst>
            <pc:docMk/>
            <pc:sldMk cId="0" sldId="283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52"/>
          <ac:spMkLst>
            <pc:docMk/>
            <pc:sldMk cId="0" sldId="283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53"/>
          <ac:spMkLst>
            <pc:docMk/>
            <pc:sldMk cId="0" sldId="283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54"/>
          <ac:spMkLst>
            <pc:docMk/>
            <pc:sldMk cId="0" sldId="283"/>
            <ac:spMk id="19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6.498" v="1714"/>
        <pc:sldMkLst>
          <pc:docMk/>
          <pc:sldMk cId="0" sldId="284"/>
        </pc:sldMkLst>
        <pc:spChg chg="mod">
          <ac:chgData name="RIFAT AL MAMUN RUDRO" userId="24b27b9a-aab3-4351-8aca-a88306e0f932" providerId="ADAL" clId="{DB9BBBDC-F455-4572-BF35-B25E0968203C}" dt="2026-10-04T06:51:59.826" v="1555"/>
          <ac:spMkLst>
            <pc:docMk/>
            <pc:sldMk cId="0" sldId="284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56"/>
          <ac:spMkLst>
            <pc:docMk/>
            <pc:sldMk cId="0" sldId="284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57"/>
          <ac:spMkLst>
            <pc:docMk/>
            <pc:sldMk cId="0" sldId="284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58"/>
          <ac:spMkLst>
            <pc:docMk/>
            <pc:sldMk cId="0" sldId="284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59"/>
          <ac:spMkLst>
            <pc:docMk/>
            <pc:sldMk cId="0" sldId="284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60"/>
          <ac:spMkLst>
            <pc:docMk/>
            <pc:sldMk cId="0" sldId="284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61"/>
          <ac:spMkLst>
            <pc:docMk/>
            <pc:sldMk cId="0" sldId="284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62"/>
          <ac:spMkLst>
            <pc:docMk/>
            <pc:sldMk cId="0" sldId="284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63"/>
          <ac:spMkLst>
            <pc:docMk/>
            <pc:sldMk cId="0" sldId="284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64"/>
          <ac:spMkLst>
            <pc:docMk/>
            <pc:sldMk cId="0" sldId="284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65"/>
          <ac:spMkLst>
            <pc:docMk/>
            <pc:sldMk cId="0" sldId="284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66"/>
          <ac:spMkLst>
            <pc:docMk/>
            <pc:sldMk cId="0" sldId="284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67"/>
          <ac:spMkLst>
            <pc:docMk/>
            <pc:sldMk cId="0" sldId="284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68"/>
          <ac:spMkLst>
            <pc:docMk/>
            <pc:sldMk cId="0" sldId="284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26" v="1569"/>
          <ac:spMkLst>
            <pc:docMk/>
            <pc:sldMk cId="0" sldId="284"/>
            <ac:spMk id="18" creationId="{00000000-0000-0000-0000-000000000000}"/>
          </ac:spMkLst>
        </pc:spChg>
      </pc:sldChg>
      <pc:sldChg chg="modSp del mod modClrScheme chgLayout">
        <pc:chgData name="RIFAT AL MAMUN RUDRO" userId="24b27b9a-aab3-4351-8aca-a88306e0f932" providerId="ADAL" clId="{DB9BBBDC-F455-4572-BF35-B25E0968203C}" dt="2026-10-05T08:36:56.637" v="1716"/>
        <pc:sldMkLst>
          <pc:docMk/>
          <pc:sldMk cId="0" sldId="286"/>
        </pc:sldMkLst>
        <pc:spChg chg="mod">
          <ac:chgData name="RIFAT AL MAMUN RUDRO" userId="24b27b9a-aab3-4351-8aca-a88306e0f932" providerId="ADAL" clId="{DB9BBBDC-F455-4572-BF35-B25E0968203C}" dt="2026-10-04T06:51:59.842" v="1598"/>
          <ac:spMkLst>
            <pc:docMk/>
            <pc:sldMk cId="0" sldId="286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42" v="1599"/>
          <ac:spMkLst>
            <pc:docMk/>
            <pc:sldMk cId="0" sldId="286"/>
            <ac:spMk id="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42" v="1600"/>
          <ac:spMkLst>
            <pc:docMk/>
            <pc:sldMk cId="0" sldId="286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42" v="1601"/>
          <ac:spMkLst>
            <pc:docMk/>
            <pc:sldMk cId="0" sldId="286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42" v="1602"/>
          <ac:spMkLst>
            <pc:docMk/>
            <pc:sldMk cId="0" sldId="286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42" v="1603"/>
          <ac:spMkLst>
            <pc:docMk/>
            <pc:sldMk cId="0" sldId="286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42" v="1604"/>
          <ac:spMkLst>
            <pc:docMk/>
            <pc:sldMk cId="0" sldId="286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42" v="1605"/>
          <ac:spMkLst>
            <pc:docMk/>
            <pc:sldMk cId="0" sldId="286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42" v="1606"/>
          <ac:spMkLst>
            <pc:docMk/>
            <pc:sldMk cId="0" sldId="286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42" v="1607"/>
          <ac:spMkLst>
            <pc:docMk/>
            <pc:sldMk cId="0" sldId="286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42" v="1608"/>
          <ac:spMkLst>
            <pc:docMk/>
            <pc:sldMk cId="0" sldId="286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42" v="1609"/>
          <ac:spMkLst>
            <pc:docMk/>
            <pc:sldMk cId="0" sldId="286"/>
            <ac:spMk id="14" creationId="{00000000-0000-0000-0000-000000000000}"/>
          </ac:spMkLst>
        </pc:spChg>
      </pc:sldChg>
      <pc:sldChg chg="del">
        <pc:chgData name="RIFAT AL MAMUN RUDRO" userId="24b27b9a-aab3-4351-8aca-a88306e0f932" providerId="ADAL" clId="{DB9BBBDC-F455-4572-BF35-B25E0968203C}" dt="2026-10-04T06:51:44.873" v="1"/>
        <pc:sldMkLst>
          <pc:docMk/>
          <pc:sldMk cId="2120473775" sldId="287"/>
        </pc:sldMkLst>
      </pc:sldChg>
      <pc:sldChg chg="modSp mod modClrScheme chgLayout">
        <pc:chgData name="RIFAT AL MAMUN RUDRO" userId="24b27b9a-aab3-4351-8aca-a88306e0f932" providerId="ADAL" clId="{DB9BBBDC-F455-4572-BF35-B25E0968203C}" dt="2026-10-04T06:51:59.593" v="870"/>
        <pc:sldMkLst>
          <pc:docMk/>
          <pc:sldMk cId="1513420590" sldId="288"/>
        </pc:sldMkLst>
        <pc:spChg chg="mod">
          <ac:chgData name="RIFAT AL MAMUN RUDRO" userId="24b27b9a-aab3-4351-8aca-a88306e0f932" providerId="ADAL" clId="{DB9BBBDC-F455-4572-BF35-B25E0968203C}" dt="2026-10-04T06:51:59.593" v="865"/>
          <ac:spMkLst>
            <pc:docMk/>
            <pc:sldMk cId="1513420590" sldId="288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66"/>
          <ac:spMkLst>
            <pc:docMk/>
            <pc:sldMk cId="1513420590" sldId="288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67"/>
          <ac:spMkLst>
            <pc:docMk/>
            <pc:sldMk cId="1513420590" sldId="288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68"/>
          <ac:spMkLst>
            <pc:docMk/>
            <pc:sldMk cId="1513420590" sldId="288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69"/>
          <ac:spMkLst>
            <pc:docMk/>
            <pc:sldMk cId="1513420590" sldId="288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93" v="870"/>
          <ac:spMkLst>
            <pc:docMk/>
            <pc:sldMk cId="1513420590" sldId="288"/>
            <ac:spMk id="8" creationId="{00000000-0000-0000-0000-000000000000}"/>
          </ac:spMkLst>
        </pc:spChg>
      </pc:sldChg>
      <pc:sldChg chg="modSp mod modClrScheme chgLayout">
        <pc:chgData name="RIFAT AL MAMUN RUDRO" userId="24b27b9a-aab3-4351-8aca-a88306e0f932" providerId="ADAL" clId="{DB9BBBDC-F455-4572-BF35-B25E0968203C}" dt="2026-10-04T06:51:59.625" v="961"/>
        <pc:sldMkLst>
          <pc:docMk/>
          <pc:sldMk cId="462078927" sldId="289"/>
        </pc:sldMkLst>
        <pc:spChg chg="mod">
          <ac:chgData name="RIFAT AL MAMUN RUDRO" userId="24b27b9a-aab3-4351-8aca-a88306e0f932" providerId="ADAL" clId="{DB9BBBDC-F455-4572-BF35-B25E0968203C}" dt="2026-10-04T06:51:59.625" v="956"/>
          <ac:spMkLst>
            <pc:docMk/>
            <pc:sldMk cId="462078927" sldId="289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5" v="957"/>
          <ac:spMkLst>
            <pc:docMk/>
            <pc:sldMk cId="462078927" sldId="289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5" v="958"/>
          <ac:spMkLst>
            <pc:docMk/>
            <pc:sldMk cId="462078927" sldId="289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5" v="959"/>
          <ac:spMkLst>
            <pc:docMk/>
            <pc:sldMk cId="462078927" sldId="289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5" v="960"/>
          <ac:spMkLst>
            <pc:docMk/>
            <pc:sldMk cId="462078927" sldId="289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25" v="961"/>
          <ac:spMkLst>
            <pc:docMk/>
            <pc:sldMk cId="462078927" sldId="289"/>
            <ac:spMk id="8" creationId="{00000000-0000-0000-0000-000000000000}"/>
          </ac:spMkLst>
        </pc:spChg>
      </pc:sldChg>
      <pc:sldChg chg="modSp mod modClrScheme chgLayout">
        <pc:chgData name="RIFAT AL MAMUN RUDRO" userId="24b27b9a-aab3-4351-8aca-a88306e0f932" providerId="ADAL" clId="{DB9BBBDC-F455-4572-BF35-B25E0968203C}" dt="2026-10-04T06:51:59.641" v="1027"/>
        <pc:sldMkLst>
          <pc:docMk/>
          <pc:sldMk cId="4194316453" sldId="290"/>
        </pc:sldMkLst>
        <pc:spChg chg="mod">
          <ac:chgData name="RIFAT AL MAMUN RUDRO" userId="24b27b9a-aab3-4351-8aca-a88306e0f932" providerId="ADAL" clId="{DB9BBBDC-F455-4572-BF35-B25E0968203C}" dt="2026-10-04T06:51:59.641" v="1022"/>
          <ac:spMkLst>
            <pc:docMk/>
            <pc:sldMk cId="4194316453" sldId="290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23"/>
          <ac:spMkLst>
            <pc:docMk/>
            <pc:sldMk cId="4194316453" sldId="290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24"/>
          <ac:spMkLst>
            <pc:docMk/>
            <pc:sldMk cId="4194316453" sldId="290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25"/>
          <ac:spMkLst>
            <pc:docMk/>
            <pc:sldMk cId="4194316453" sldId="290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26"/>
          <ac:spMkLst>
            <pc:docMk/>
            <pc:sldMk cId="4194316453" sldId="290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41" v="1027"/>
          <ac:spMkLst>
            <pc:docMk/>
            <pc:sldMk cId="4194316453" sldId="290"/>
            <ac:spMk id="8" creationId="{00000000-0000-0000-0000-000000000000}"/>
          </ac:spMkLst>
        </pc:spChg>
      </pc:sldChg>
      <pc:sldChg chg="modSp mod modClrScheme chgLayout">
        <pc:chgData name="RIFAT AL MAMUN RUDRO" userId="24b27b9a-aab3-4351-8aca-a88306e0f932" providerId="ADAL" clId="{DB9BBBDC-F455-4572-BF35-B25E0968203C}" dt="2026-10-04T06:51:59.677" v="1118"/>
        <pc:sldMkLst>
          <pc:docMk/>
          <pc:sldMk cId="1102698222" sldId="291"/>
        </pc:sldMkLst>
        <pc:spChg chg="mod">
          <ac:chgData name="RIFAT AL MAMUN RUDRO" userId="24b27b9a-aab3-4351-8aca-a88306e0f932" providerId="ADAL" clId="{DB9BBBDC-F455-4572-BF35-B25E0968203C}" dt="2026-10-04T06:51:59.677" v="1113"/>
          <ac:spMkLst>
            <pc:docMk/>
            <pc:sldMk cId="1102698222" sldId="291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14"/>
          <ac:spMkLst>
            <pc:docMk/>
            <pc:sldMk cId="1102698222" sldId="291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15"/>
          <ac:spMkLst>
            <pc:docMk/>
            <pc:sldMk cId="1102698222" sldId="291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16"/>
          <ac:spMkLst>
            <pc:docMk/>
            <pc:sldMk cId="1102698222" sldId="291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17"/>
          <ac:spMkLst>
            <pc:docMk/>
            <pc:sldMk cId="1102698222" sldId="291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677" v="1118"/>
          <ac:spMkLst>
            <pc:docMk/>
            <pc:sldMk cId="1102698222" sldId="291"/>
            <ac:spMk id="8" creationId="{00000000-0000-0000-0000-000000000000}"/>
          </ac:spMkLst>
        </pc:spChg>
      </pc:sldChg>
      <pc:sldChg chg="modSp mod modClrScheme chgLayout">
        <pc:chgData name="RIFAT AL MAMUN RUDRO" userId="24b27b9a-aab3-4351-8aca-a88306e0f932" providerId="ADAL" clId="{DB9BBBDC-F455-4572-BF35-B25E0968203C}" dt="2026-10-04T06:51:59.805" v="1483"/>
        <pc:sldMkLst>
          <pc:docMk/>
          <pc:sldMk cId="836779598" sldId="292"/>
        </pc:sldMkLst>
        <pc:spChg chg="mod">
          <ac:chgData name="RIFAT AL MAMUN RUDRO" userId="24b27b9a-aab3-4351-8aca-a88306e0f932" providerId="ADAL" clId="{DB9BBBDC-F455-4572-BF35-B25E0968203C}" dt="2026-10-04T06:51:59.799" v="1478"/>
          <ac:spMkLst>
            <pc:docMk/>
            <pc:sldMk cId="836779598" sldId="292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79"/>
          <ac:spMkLst>
            <pc:docMk/>
            <pc:sldMk cId="836779598" sldId="292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80"/>
          <ac:spMkLst>
            <pc:docMk/>
            <pc:sldMk cId="836779598" sldId="292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81"/>
          <ac:spMkLst>
            <pc:docMk/>
            <pc:sldMk cId="836779598" sldId="292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799" v="1482"/>
          <ac:spMkLst>
            <pc:docMk/>
            <pc:sldMk cId="836779598" sldId="292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05" v="1483"/>
          <ac:spMkLst>
            <pc:docMk/>
            <pc:sldMk cId="836779598" sldId="292"/>
            <ac:spMk id="8" creationId="{00000000-0000-0000-0000-000000000000}"/>
          </ac:spMkLst>
        </pc:spChg>
      </pc:sldChg>
      <pc:sldChg chg="modSp mod modClrScheme chgLayout">
        <pc:chgData name="RIFAT AL MAMUN RUDRO" userId="24b27b9a-aab3-4351-8aca-a88306e0f932" providerId="ADAL" clId="{DB9BBBDC-F455-4572-BF35-B25E0968203C}" dt="2026-10-04T06:51:59.838" v="1597"/>
        <pc:sldMkLst>
          <pc:docMk/>
          <pc:sldMk cId="3910818094" sldId="294"/>
        </pc:sldMkLst>
        <pc:spChg chg="mod">
          <ac:chgData name="RIFAT AL MAMUN RUDRO" userId="24b27b9a-aab3-4351-8aca-a88306e0f932" providerId="ADAL" clId="{DB9BBBDC-F455-4572-BF35-B25E0968203C}" dt="2026-10-04T06:51:59.833" v="1570"/>
          <ac:spMkLst>
            <pc:docMk/>
            <pc:sldMk cId="3910818094" sldId="294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3" v="1571"/>
          <ac:spMkLst>
            <pc:docMk/>
            <pc:sldMk cId="3910818094" sldId="294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3" v="1572"/>
          <ac:spMkLst>
            <pc:docMk/>
            <pc:sldMk cId="3910818094" sldId="294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3" v="1573"/>
          <ac:spMkLst>
            <pc:docMk/>
            <pc:sldMk cId="3910818094" sldId="294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3" v="1574"/>
          <ac:spMkLst>
            <pc:docMk/>
            <pc:sldMk cId="3910818094" sldId="294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3" v="1575"/>
          <ac:spMkLst>
            <pc:docMk/>
            <pc:sldMk cId="3910818094" sldId="294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3" v="1576"/>
          <ac:spMkLst>
            <pc:docMk/>
            <pc:sldMk cId="3910818094" sldId="294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5" v="1577"/>
          <ac:spMkLst>
            <pc:docMk/>
            <pc:sldMk cId="3910818094" sldId="294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5" v="1578"/>
          <ac:spMkLst>
            <pc:docMk/>
            <pc:sldMk cId="3910818094" sldId="294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5" v="1579"/>
          <ac:spMkLst>
            <pc:docMk/>
            <pc:sldMk cId="3910818094" sldId="294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5" v="1580"/>
          <ac:spMkLst>
            <pc:docMk/>
            <pc:sldMk cId="3910818094" sldId="294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5" v="1581"/>
          <ac:spMkLst>
            <pc:docMk/>
            <pc:sldMk cId="3910818094" sldId="294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5" v="1582"/>
          <ac:spMkLst>
            <pc:docMk/>
            <pc:sldMk cId="3910818094" sldId="294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5" v="1583"/>
          <ac:spMkLst>
            <pc:docMk/>
            <pc:sldMk cId="3910818094" sldId="294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5" v="1584"/>
          <ac:spMkLst>
            <pc:docMk/>
            <pc:sldMk cId="3910818094" sldId="294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7" v="1585"/>
          <ac:spMkLst>
            <pc:docMk/>
            <pc:sldMk cId="3910818094" sldId="294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7" v="1586"/>
          <ac:spMkLst>
            <pc:docMk/>
            <pc:sldMk cId="3910818094" sldId="294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7" v="1587"/>
          <ac:spMkLst>
            <pc:docMk/>
            <pc:sldMk cId="3910818094" sldId="294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7" v="1588"/>
          <ac:spMkLst>
            <pc:docMk/>
            <pc:sldMk cId="3910818094" sldId="294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8" v="1589"/>
          <ac:spMkLst>
            <pc:docMk/>
            <pc:sldMk cId="3910818094" sldId="294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8" v="1590"/>
          <ac:spMkLst>
            <pc:docMk/>
            <pc:sldMk cId="3910818094" sldId="294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8" v="1591"/>
          <ac:spMkLst>
            <pc:docMk/>
            <pc:sldMk cId="3910818094" sldId="294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8" v="1592"/>
          <ac:spMkLst>
            <pc:docMk/>
            <pc:sldMk cId="3910818094" sldId="294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8" v="1593"/>
          <ac:spMkLst>
            <pc:docMk/>
            <pc:sldMk cId="3910818094" sldId="294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8" v="1594"/>
          <ac:spMkLst>
            <pc:docMk/>
            <pc:sldMk cId="3910818094" sldId="294"/>
            <ac:spMk id="2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8" v="1595"/>
          <ac:spMkLst>
            <pc:docMk/>
            <pc:sldMk cId="3910818094" sldId="294"/>
            <ac:spMk id="2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8" v="1596"/>
          <ac:spMkLst>
            <pc:docMk/>
            <pc:sldMk cId="3910818094" sldId="294"/>
            <ac:spMk id="2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838" v="1597"/>
          <ac:spMkLst>
            <pc:docMk/>
            <pc:sldMk cId="3910818094" sldId="294"/>
            <ac:spMk id="30" creationId="{00000000-0000-0000-0000-000000000000}"/>
          </ac:spMkLst>
        </pc:spChg>
      </pc:sldChg>
      <pc:sldChg chg="modSp add del mod">
        <pc:chgData name="RIFAT AL MAMUN RUDRO" userId="24b27b9a-aab3-4351-8aca-a88306e0f932" providerId="ADAL" clId="{DB9BBBDC-F455-4572-BF35-B25E0968203C}" dt="2026-10-05T08:36:52.566" v="1668"/>
        <pc:sldMkLst>
          <pc:docMk/>
          <pc:sldMk cId="1245269230" sldId="295"/>
        </pc:sldMkLst>
        <pc:spChg chg="mod">
          <ac:chgData name="RIFAT AL MAMUN RUDRO" userId="24b27b9a-aab3-4351-8aca-a88306e0f932" providerId="ADAL" clId="{DB9BBBDC-F455-4572-BF35-B25E0968203C}" dt="2026-10-04T06:51:59.574" v="822"/>
          <ac:spMkLst>
            <pc:docMk/>
            <pc:sldMk cId="1245269230" sldId="295"/>
            <ac:spMk id="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74" v="823"/>
          <ac:spMkLst>
            <pc:docMk/>
            <pc:sldMk cId="1245269230" sldId="295"/>
            <ac:spMk id="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24"/>
          <ac:spMkLst>
            <pc:docMk/>
            <pc:sldMk cId="1245269230" sldId="295"/>
            <ac:spMk id="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25"/>
          <ac:spMkLst>
            <pc:docMk/>
            <pc:sldMk cId="1245269230" sldId="295"/>
            <ac:spMk id="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26"/>
          <ac:spMkLst>
            <pc:docMk/>
            <pc:sldMk cId="1245269230" sldId="295"/>
            <ac:spMk id="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27"/>
          <ac:spMkLst>
            <pc:docMk/>
            <pc:sldMk cId="1245269230" sldId="295"/>
            <ac:spMk id="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28"/>
          <ac:spMkLst>
            <pc:docMk/>
            <pc:sldMk cId="1245269230" sldId="295"/>
            <ac:spMk id="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29"/>
          <ac:spMkLst>
            <pc:docMk/>
            <pc:sldMk cId="1245269230" sldId="295"/>
            <ac:spMk id="1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30"/>
          <ac:spMkLst>
            <pc:docMk/>
            <pc:sldMk cId="1245269230" sldId="295"/>
            <ac:spMk id="1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31"/>
          <ac:spMkLst>
            <pc:docMk/>
            <pc:sldMk cId="1245269230" sldId="295"/>
            <ac:spMk id="1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32"/>
          <ac:spMkLst>
            <pc:docMk/>
            <pc:sldMk cId="1245269230" sldId="295"/>
            <ac:spMk id="1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33"/>
          <ac:spMkLst>
            <pc:docMk/>
            <pc:sldMk cId="1245269230" sldId="295"/>
            <ac:spMk id="1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34"/>
          <ac:spMkLst>
            <pc:docMk/>
            <pc:sldMk cId="1245269230" sldId="295"/>
            <ac:spMk id="1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35"/>
          <ac:spMkLst>
            <pc:docMk/>
            <pc:sldMk cId="1245269230" sldId="295"/>
            <ac:spMk id="1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36"/>
          <ac:spMkLst>
            <pc:docMk/>
            <pc:sldMk cId="1245269230" sldId="295"/>
            <ac:spMk id="17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37"/>
          <ac:spMkLst>
            <pc:docMk/>
            <pc:sldMk cId="1245269230" sldId="295"/>
            <ac:spMk id="18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38"/>
          <ac:spMkLst>
            <pc:docMk/>
            <pc:sldMk cId="1245269230" sldId="295"/>
            <ac:spMk id="19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39"/>
          <ac:spMkLst>
            <pc:docMk/>
            <pc:sldMk cId="1245269230" sldId="295"/>
            <ac:spMk id="20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3" v="840"/>
          <ac:spMkLst>
            <pc:docMk/>
            <pc:sldMk cId="1245269230" sldId="295"/>
            <ac:spMk id="21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8" v="841"/>
          <ac:spMkLst>
            <pc:docMk/>
            <pc:sldMk cId="1245269230" sldId="295"/>
            <ac:spMk id="22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8" v="842"/>
          <ac:spMkLst>
            <pc:docMk/>
            <pc:sldMk cId="1245269230" sldId="295"/>
            <ac:spMk id="23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8" v="843"/>
          <ac:spMkLst>
            <pc:docMk/>
            <pc:sldMk cId="1245269230" sldId="295"/>
            <ac:spMk id="24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8" v="844"/>
          <ac:spMkLst>
            <pc:docMk/>
            <pc:sldMk cId="1245269230" sldId="295"/>
            <ac:spMk id="25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8" v="845"/>
          <ac:spMkLst>
            <pc:docMk/>
            <pc:sldMk cId="1245269230" sldId="295"/>
            <ac:spMk id="26" creationId="{00000000-0000-0000-0000-000000000000}"/>
          </ac:spMkLst>
        </pc:spChg>
        <pc:spChg chg="mod">
          <ac:chgData name="RIFAT AL MAMUN RUDRO" userId="24b27b9a-aab3-4351-8aca-a88306e0f932" providerId="ADAL" clId="{DB9BBBDC-F455-4572-BF35-B25E0968203C}" dt="2026-10-04T06:51:59.588" v="846"/>
          <ac:spMkLst>
            <pc:docMk/>
            <pc:sldMk cId="1245269230" sldId="295"/>
            <ac:spMk id="27" creationId="{00000000-0000-0000-0000-000000000000}"/>
          </ac:spMkLst>
        </pc:spChg>
      </pc:sldChg>
      <pc:sldChg chg="new del">
        <pc:chgData name="RIFAT AL MAMUN RUDRO" userId="24b27b9a-aab3-4351-8aca-a88306e0f932" providerId="ADAL" clId="{DB9BBBDC-F455-4572-BF35-B25E0968203C}" dt="2026-10-04T06:51:45.577" v="33"/>
        <pc:sldMkLst>
          <pc:docMk/>
          <pc:sldMk cId="2567401186" sldId="296"/>
        </pc:sldMkLst>
      </pc:sldChg>
      <pc:sldChg chg="add">
        <pc:chgData name="RIFAT AL MAMUN RUDRO" userId="24b27b9a-aab3-4351-8aca-a88306e0f932" providerId="ADAL" clId="{DB9BBBDC-F455-4572-BF35-B25E0968203C}" dt="2026-10-05T08:36:52.516" v="1667"/>
        <pc:sldMkLst>
          <pc:docMk/>
          <pc:sldMk cId="2919142992" sldId="296"/>
        </pc:sldMkLst>
      </pc:sldChg>
      <pc:sldChg chg="add">
        <pc:chgData name="RIFAT AL MAMUN RUDRO" userId="24b27b9a-aab3-4351-8aca-a88306e0f932" providerId="ADAL" clId="{DB9BBBDC-F455-4572-BF35-B25E0968203C}" dt="2026-10-05T08:36:52.789" v="1669"/>
        <pc:sldMkLst>
          <pc:docMk/>
          <pc:sldMk cId="2699070276" sldId="297"/>
        </pc:sldMkLst>
      </pc:sldChg>
      <pc:sldChg chg="add">
        <pc:chgData name="RIFAT AL MAMUN RUDRO" userId="24b27b9a-aab3-4351-8aca-a88306e0f932" providerId="ADAL" clId="{DB9BBBDC-F455-4572-BF35-B25E0968203C}" dt="2026-10-05T08:36:52.947" v="1671"/>
        <pc:sldMkLst>
          <pc:docMk/>
          <pc:sldMk cId="446934026" sldId="298"/>
        </pc:sldMkLst>
      </pc:sldChg>
      <pc:sldChg chg="add">
        <pc:chgData name="RIFAT AL MAMUN RUDRO" userId="24b27b9a-aab3-4351-8aca-a88306e0f932" providerId="ADAL" clId="{DB9BBBDC-F455-4572-BF35-B25E0968203C}" dt="2026-10-05T08:36:53.073" v="1673"/>
        <pc:sldMkLst>
          <pc:docMk/>
          <pc:sldMk cId="1314209322" sldId="299"/>
        </pc:sldMkLst>
      </pc:sldChg>
      <pc:sldChg chg="add">
        <pc:chgData name="RIFAT AL MAMUN RUDRO" userId="24b27b9a-aab3-4351-8aca-a88306e0f932" providerId="ADAL" clId="{DB9BBBDC-F455-4572-BF35-B25E0968203C}" dt="2026-10-05T08:36:53.218" v="1675"/>
        <pc:sldMkLst>
          <pc:docMk/>
          <pc:sldMk cId="278643179" sldId="300"/>
        </pc:sldMkLst>
      </pc:sldChg>
      <pc:sldChg chg="add">
        <pc:chgData name="RIFAT AL MAMUN RUDRO" userId="24b27b9a-aab3-4351-8aca-a88306e0f932" providerId="ADAL" clId="{DB9BBBDC-F455-4572-BF35-B25E0968203C}" dt="2026-10-05T08:36:53.375" v="1677"/>
        <pc:sldMkLst>
          <pc:docMk/>
          <pc:sldMk cId="4114418290" sldId="301"/>
        </pc:sldMkLst>
      </pc:sldChg>
      <pc:sldChg chg="add">
        <pc:chgData name="RIFAT AL MAMUN RUDRO" userId="24b27b9a-aab3-4351-8aca-a88306e0f932" providerId="ADAL" clId="{DB9BBBDC-F455-4572-BF35-B25E0968203C}" dt="2026-10-05T08:36:53.490" v="1679"/>
        <pc:sldMkLst>
          <pc:docMk/>
          <pc:sldMk cId="560576011" sldId="302"/>
        </pc:sldMkLst>
      </pc:sldChg>
      <pc:sldChg chg="add">
        <pc:chgData name="RIFAT AL MAMUN RUDRO" userId="24b27b9a-aab3-4351-8aca-a88306e0f932" providerId="ADAL" clId="{DB9BBBDC-F455-4572-BF35-B25E0968203C}" dt="2026-10-05T08:36:53.699" v="1681"/>
        <pc:sldMkLst>
          <pc:docMk/>
          <pc:sldMk cId="394557828" sldId="303"/>
        </pc:sldMkLst>
      </pc:sldChg>
      <pc:sldChg chg="add">
        <pc:chgData name="RIFAT AL MAMUN RUDRO" userId="24b27b9a-aab3-4351-8aca-a88306e0f932" providerId="ADAL" clId="{DB9BBBDC-F455-4572-BF35-B25E0968203C}" dt="2026-10-05T08:36:53.933" v="1683"/>
        <pc:sldMkLst>
          <pc:docMk/>
          <pc:sldMk cId="553976660" sldId="304"/>
        </pc:sldMkLst>
      </pc:sldChg>
      <pc:sldChg chg="add">
        <pc:chgData name="RIFAT AL MAMUN RUDRO" userId="24b27b9a-aab3-4351-8aca-a88306e0f932" providerId="ADAL" clId="{DB9BBBDC-F455-4572-BF35-B25E0968203C}" dt="2026-10-05T08:36:54.063" v="1685"/>
        <pc:sldMkLst>
          <pc:docMk/>
          <pc:sldMk cId="1884984819" sldId="305"/>
        </pc:sldMkLst>
      </pc:sldChg>
      <pc:sldChg chg="add">
        <pc:chgData name="RIFAT AL MAMUN RUDRO" userId="24b27b9a-aab3-4351-8aca-a88306e0f932" providerId="ADAL" clId="{DB9BBBDC-F455-4572-BF35-B25E0968203C}" dt="2026-10-05T08:36:54.367" v="1687"/>
        <pc:sldMkLst>
          <pc:docMk/>
          <pc:sldMk cId="3881024308" sldId="306"/>
        </pc:sldMkLst>
      </pc:sldChg>
      <pc:sldChg chg="add">
        <pc:chgData name="RIFAT AL MAMUN RUDRO" userId="24b27b9a-aab3-4351-8aca-a88306e0f932" providerId="ADAL" clId="{DB9BBBDC-F455-4572-BF35-B25E0968203C}" dt="2026-10-05T08:36:54.495" v="1689"/>
        <pc:sldMkLst>
          <pc:docMk/>
          <pc:sldMk cId="465596620" sldId="307"/>
        </pc:sldMkLst>
      </pc:sldChg>
      <pc:sldChg chg="add">
        <pc:chgData name="RIFAT AL MAMUN RUDRO" userId="24b27b9a-aab3-4351-8aca-a88306e0f932" providerId="ADAL" clId="{DB9BBBDC-F455-4572-BF35-B25E0968203C}" dt="2026-10-05T08:36:54.669" v="1691"/>
        <pc:sldMkLst>
          <pc:docMk/>
          <pc:sldMk cId="4202555400" sldId="308"/>
        </pc:sldMkLst>
      </pc:sldChg>
      <pc:sldChg chg="add">
        <pc:chgData name="RIFAT AL MAMUN RUDRO" userId="24b27b9a-aab3-4351-8aca-a88306e0f932" providerId="ADAL" clId="{DB9BBBDC-F455-4572-BF35-B25E0968203C}" dt="2026-10-05T08:36:54.881" v="1693"/>
        <pc:sldMkLst>
          <pc:docMk/>
          <pc:sldMk cId="2616865573" sldId="309"/>
        </pc:sldMkLst>
      </pc:sldChg>
      <pc:sldChg chg="add">
        <pc:chgData name="RIFAT AL MAMUN RUDRO" userId="24b27b9a-aab3-4351-8aca-a88306e0f932" providerId="ADAL" clId="{DB9BBBDC-F455-4572-BF35-B25E0968203C}" dt="2026-10-05T08:36:55.045" v="1695"/>
        <pc:sldMkLst>
          <pc:docMk/>
          <pc:sldMk cId="1364788144" sldId="310"/>
        </pc:sldMkLst>
      </pc:sldChg>
      <pc:sldChg chg="add">
        <pc:chgData name="RIFAT AL MAMUN RUDRO" userId="24b27b9a-aab3-4351-8aca-a88306e0f932" providerId="ADAL" clId="{DB9BBBDC-F455-4572-BF35-B25E0968203C}" dt="2026-10-05T08:36:55.222" v="1697"/>
        <pc:sldMkLst>
          <pc:docMk/>
          <pc:sldMk cId="3861511904" sldId="311"/>
        </pc:sldMkLst>
      </pc:sldChg>
      <pc:sldChg chg="add">
        <pc:chgData name="RIFAT AL MAMUN RUDRO" userId="24b27b9a-aab3-4351-8aca-a88306e0f932" providerId="ADAL" clId="{DB9BBBDC-F455-4572-BF35-B25E0968203C}" dt="2026-10-05T08:36:55.391" v="1699"/>
        <pc:sldMkLst>
          <pc:docMk/>
          <pc:sldMk cId="1020903197" sldId="312"/>
        </pc:sldMkLst>
      </pc:sldChg>
      <pc:sldChg chg="add">
        <pc:chgData name="RIFAT AL MAMUN RUDRO" userId="24b27b9a-aab3-4351-8aca-a88306e0f932" providerId="ADAL" clId="{DB9BBBDC-F455-4572-BF35-B25E0968203C}" dt="2026-10-05T08:36:55.526" v="1701"/>
        <pc:sldMkLst>
          <pc:docMk/>
          <pc:sldMk cId="3501956595" sldId="313"/>
        </pc:sldMkLst>
      </pc:sldChg>
      <pc:sldChg chg="add">
        <pc:chgData name="RIFAT AL MAMUN RUDRO" userId="24b27b9a-aab3-4351-8aca-a88306e0f932" providerId="ADAL" clId="{DB9BBBDC-F455-4572-BF35-B25E0968203C}" dt="2026-10-05T08:36:55.676" v="1703"/>
        <pc:sldMkLst>
          <pc:docMk/>
          <pc:sldMk cId="607591770" sldId="314"/>
        </pc:sldMkLst>
      </pc:sldChg>
      <pc:sldChg chg="add">
        <pc:chgData name="RIFAT AL MAMUN RUDRO" userId="24b27b9a-aab3-4351-8aca-a88306e0f932" providerId="ADAL" clId="{DB9BBBDC-F455-4572-BF35-B25E0968203C}" dt="2026-10-05T08:36:55.846" v="1705"/>
        <pc:sldMkLst>
          <pc:docMk/>
          <pc:sldMk cId="1295084849" sldId="315"/>
        </pc:sldMkLst>
      </pc:sldChg>
      <pc:sldChg chg="add">
        <pc:chgData name="RIFAT AL MAMUN RUDRO" userId="24b27b9a-aab3-4351-8aca-a88306e0f932" providerId="ADAL" clId="{DB9BBBDC-F455-4572-BF35-B25E0968203C}" dt="2026-10-05T08:36:55.975" v="1707"/>
        <pc:sldMkLst>
          <pc:docMk/>
          <pc:sldMk cId="474203569" sldId="316"/>
        </pc:sldMkLst>
      </pc:sldChg>
      <pc:sldChg chg="add">
        <pc:chgData name="RIFAT AL MAMUN RUDRO" userId="24b27b9a-aab3-4351-8aca-a88306e0f932" providerId="ADAL" clId="{DB9BBBDC-F455-4572-BF35-B25E0968203C}" dt="2026-10-05T08:36:56.217" v="1709"/>
        <pc:sldMkLst>
          <pc:docMk/>
          <pc:sldMk cId="2415113320" sldId="317"/>
        </pc:sldMkLst>
      </pc:sldChg>
      <pc:sldChg chg="add">
        <pc:chgData name="RIFAT AL MAMUN RUDRO" userId="24b27b9a-aab3-4351-8aca-a88306e0f932" providerId="ADAL" clId="{DB9BBBDC-F455-4572-BF35-B25E0968203C}" dt="2026-10-05T08:36:56.372" v="1711"/>
        <pc:sldMkLst>
          <pc:docMk/>
          <pc:sldMk cId="3796725013" sldId="318"/>
        </pc:sldMkLst>
      </pc:sldChg>
      <pc:sldChg chg="add">
        <pc:chgData name="RIFAT AL MAMUN RUDRO" userId="24b27b9a-aab3-4351-8aca-a88306e0f932" providerId="ADAL" clId="{DB9BBBDC-F455-4572-BF35-B25E0968203C}" dt="2026-10-05T08:36:56.492" v="1713"/>
        <pc:sldMkLst>
          <pc:docMk/>
          <pc:sldMk cId="3201053608" sldId="319"/>
        </pc:sldMkLst>
      </pc:sldChg>
      <pc:sldChg chg="add">
        <pc:chgData name="RIFAT AL MAMUN RUDRO" userId="24b27b9a-aab3-4351-8aca-a88306e0f932" providerId="ADAL" clId="{DB9BBBDC-F455-4572-BF35-B25E0968203C}" dt="2026-10-05T08:36:56.629" v="1715"/>
        <pc:sldMkLst>
          <pc:docMk/>
          <pc:sldMk cId="2313023886" sldId="320"/>
        </pc:sldMkLst>
      </pc:sldChg>
      <pc:sldMasterChg chg="del delSldLayout">
        <pc:chgData name="RIFAT AL MAMUN RUDRO" userId="24b27b9a-aab3-4351-8aca-a88306e0f932" providerId="ADAL" clId="{DB9BBBDC-F455-4572-BF35-B25E0968203C}" dt="2026-10-04T06:51:45.577" v="33"/>
        <pc:sldMasterMkLst>
          <pc:docMk/>
          <pc:sldMasterMk cId="0" sldId="2147483648"/>
        </pc:sldMasterMkLst>
        <pc:sldLayoutChg chg="del">
          <pc:chgData name="RIFAT AL MAMUN RUDRO" userId="24b27b9a-aab3-4351-8aca-a88306e0f932" providerId="ADAL" clId="{DB9BBBDC-F455-4572-BF35-B25E0968203C}" dt="2026-10-04T06:51:45.577" v="33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add addSldLayout modSldLayout">
        <pc:chgData name="RIFAT AL MAMUN RUDRO" userId="24b27b9a-aab3-4351-8aca-a88306e0f932" providerId="ADAL" clId="{DB9BBBDC-F455-4572-BF35-B25E0968203C}" dt="2026-10-04T06:51:44.855" v="0"/>
        <pc:sldMasterMkLst>
          <pc:docMk/>
          <pc:sldMasterMk cId="0" sldId="2147483650"/>
        </pc:sldMasterMkLst>
        <pc:sldLayoutChg chg="add mod">
          <pc:chgData name="RIFAT AL MAMUN RUDRO" userId="24b27b9a-aab3-4351-8aca-a88306e0f932" providerId="ADAL" clId="{DB9BBBDC-F455-4572-BF35-B25E0968203C}" dt="2026-10-04T06:51:44.855" v="0"/>
          <pc:sldLayoutMkLst>
            <pc:docMk/>
            <pc:sldMasterMk cId="0" sldId="2147483650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990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slide" Target="slide3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xml/xml_whatis.asp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developer.mozilla.org/en-US/docs/Web/API/Document_Object_Model/Introduction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veloper.mozilla.org/en-US/docs/Web/HTML/Element/input" TargetMode="External"/><Relationship Id="rId5" Type="http://schemas.openxmlformats.org/officeDocument/2006/relationships/hyperlink" Target="https://www.w3schools.com/html/html_forms.asp" TargetMode="External"/><Relationship Id="rId4" Type="http://schemas.openxmlformats.org/officeDocument/2006/relationships/hyperlink" Target="https://www.w3schools.com/html/html_intro.asp" TargetMode="External"/><Relationship Id="rId9" Type="http://schemas.openxmlformats.org/officeDocument/2006/relationships/hyperlink" Target="https://www.w3schools.com/html/html_xhtml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466344"/>
            <a:ext cx="621792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AMERICAN INTERNATIONAL UNIVERSITY-BANGLADESH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1371600" y="758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Department of Computer Science  ·  Faculty of Science and Technology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457200" y="15087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 Concepts</a:t>
            </a:r>
            <a:endParaRPr lang="en-US" sz="3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57200" y="21945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HTML, the DOM, XML, XHTML, and DHTML, with a worked example: a patient registration form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852160" y="14173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89320" y="15179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135624" y="15179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81928" y="15179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492240" y="14721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signup.html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989320" y="1746504"/>
            <a:ext cx="25603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&lt;form&gt;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&lt;fieldset&gt;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&lt;legend&gt;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Patient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&lt;/legend&gt;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"text"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&lt;/fieldset&gt;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&lt;/form&gt;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57200" y="310896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663399"/>
          </a:solidFill>
          <a:ln w="12700">
            <a:solidFill>
              <a:srgbClr val="663399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▶  Start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920240" y="3182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Interactive deck: run it in Slide Show mode and click the buttons.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621792" y="388620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COURSE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621792" y="40873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CSC 3215 · Web Technologies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834640" y="379476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2999232" y="38862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TOPIC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2999232" y="4087368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No 1 - HTML Concepts</a:t>
            </a:r>
          </a:p>
        </p:txBody>
      </p:sp>
      <p:sp>
        <p:nvSpPr>
          <p:cNvPr id="22" name="Shape 19"/>
          <p:cNvSpPr/>
          <p:nvPr/>
        </p:nvSpPr>
        <p:spPr>
          <a:xfrm>
            <a:off x="4572000" y="379476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4736592" y="3886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SEMESTER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4736592" y="408736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Fall 2026-27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035040" y="379476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6199632" y="38862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5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LECTURER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6199632" y="40873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Rifat Al Mamun Rudro</a:t>
            </a:r>
            <a:endParaRPr lang="en-US" sz="1150" dirty="0">
              <a:latin typeface="Cambria"/>
              <a:ea typeface="Cambria"/>
            </a:endParaRPr>
          </a:p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mamun.rudro@aiub.edu</a:t>
            </a:r>
            <a:endParaRPr lang="en-US" sz="11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919142992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HTML CONCEPTS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Outline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rId4" action="ppaction://hlinksldjump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0241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Click a section to jump to it. The ⌂ Outline button on every slide brings you back here.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9" name="btn">
            <a:hlinkClick r:id="" action="ppaction://noaction"/>
          </p:cNvPr>
          <p:cNvSpPr/>
          <p:nvPr/>
        </p:nvSpPr>
        <p:spPr>
          <a:xfrm>
            <a:off x="457200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01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 Basics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Elements, attributes, page structure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423160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6787" y="1705539"/>
            <a:ext cx="228234" cy="228234"/>
          </a:xfrm>
          <a:prstGeom prst="rect">
            <a:avLst/>
          </a:prstGeom>
        </p:spPr>
      </p:pic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3264408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02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DOM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The page as a tree of objects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230368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995" y="1705539"/>
            <a:ext cx="228234" cy="228234"/>
          </a:xfrm>
          <a:prstGeom prst="rect">
            <a:avLst/>
          </a:prstGeom>
        </p:spPr>
      </p:pic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6071616" y="141732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03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XML and XHTML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Data markup and strict HTML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037576" y="158191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1203" y="1705539"/>
            <a:ext cx="228234" cy="228234"/>
          </a:xfrm>
          <a:prstGeom prst="rect">
            <a:avLst/>
          </a:prstGeom>
        </p:spPr>
      </p:pic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57200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04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DHTML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Pages that change without reloading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2423160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46787" y="3351459"/>
            <a:ext cx="228234" cy="228234"/>
          </a:xfrm>
          <a:prstGeom prst="rect">
            <a:avLst/>
          </a:prstGeom>
        </p:spPr>
      </p:pic>
      <p:sp>
        <p:nvSpPr>
          <p:cNvPr id="21" name="btn">
            <a:hlinkClick r:id="" action="ppaction://noaction"/>
          </p:cNvPr>
          <p:cNvSpPr/>
          <p:nvPr/>
        </p:nvSpPr>
        <p:spPr>
          <a:xfrm>
            <a:off x="3264408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05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Worked Example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A patient registration form, part by part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5230368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3995" y="3351459"/>
            <a:ext cx="228234" cy="228234"/>
          </a:xfrm>
          <a:prstGeom prst="rect">
            <a:avLst/>
          </a:prstGeom>
        </p:spPr>
      </p:pic>
      <p:sp>
        <p:nvSpPr>
          <p:cNvPr id="24" name="btn">
            <a:hlinkClick r:id="" action="ppaction://noaction"/>
          </p:cNvPr>
          <p:cNvSpPr/>
          <p:nvPr/>
        </p:nvSpPr>
        <p:spPr>
          <a:xfrm>
            <a:off x="6071616" y="3063240"/>
            <a:ext cx="262432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127000" rIns="177800" bIns="12700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06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Spot the Bugs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Common mistakes in the form, and fixes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5" name="Shape 17"/>
          <p:cNvSpPr/>
          <p:nvPr/>
        </p:nvSpPr>
        <p:spPr>
          <a:xfrm>
            <a:off x="8037576" y="3227832"/>
            <a:ext cx="475488" cy="475488"/>
          </a:xfrm>
          <a:prstGeom prst="ellipse">
            <a:avLst/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1203" y="3351459"/>
            <a:ext cx="228234" cy="228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070276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01</a:t>
            </a:r>
            <a:endParaRPr lang="en-US" sz="8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 Basics</a:t>
            </a:r>
            <a:endParaRPr lang="en-US" sz="3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The language that gives a web page its structure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513420590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HTML BASICS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What is HTML?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4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HTML stands for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HyperText Markup Language</a:t>
            </a:r>
            <a:endParaRPr lang="en-US" sz="130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standard markup language for creating web pages</a:t>
            </a:r>
            <a:endParaRPr lang="en-US" sz="130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Describes the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structure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of a page using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elements</a:t>
            </a:r>
            <a:endParaRPr lang="en-US" sz="130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Elements tell the browser how to display the content: a heading, a paragraph, a form, a button</a:t>
            </a:r>
            <a:endParaRPr lang="en-US" sz="130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HTML is not a programming language: it has no logic, only structure and meaning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0060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94690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9320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303520" y="12435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index.html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800600" y="1517904"/>
            <a:ext cx="374904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&lt;h1&gt;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Patient Registration Form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&lt;/h1&gt;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&lt;p&gt;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Please fill in every field.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&lt;/p&gt;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&lt;button&gt;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Signup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&lt;/button&gt;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3333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73168" y="3063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892040" y="3063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010912" y="306324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5212080" y="302666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5303520" y="303123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localhost/index.html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00016" y="3246120"/>
            <a:ext cx="3950208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4837176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Registration Form</a:t>
            </a:r>
            <a:endParaRPr lang="en-US" sz="1800" dirty="0">
              <a:latin typeface="Cambria"/>
              <a:ea typeface="Cambria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4837176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Please fill in every field.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4837176" y="4160520"/>
            <a:ext cx="685800" cy="237744"/>
          </a:xfrm>
          <a:prstGeom prst="roundRect">
            <a:avLst>
              <a:gd name="adj" fmla="val 11538"/>
            </a:avLst>
          </a:prstGeom>
          <a:solidFill>
            <a:srgbClr val="EFEFE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4837176" y="4160520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Signup</a:t>
            </a:r>
            <a:endParaRPr lang="en-US" sz="9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46934026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HTML BASICS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Anatomy of an element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5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1767840" y="1325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&lt;label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9" name="anim-1-0"/>
          <p:cNvSpPr/>
          <p:nvPr/>
        </p:nvSpPr>
        <p:spPr>
          <a:xfrm>
            <a:off x="1786128" y="1828800"/>
            <a:ext cx="694944" cy="914"/>
          </a:xfrm>
          <a:prstGeom prst="line">
            <a:avLst/>
          </a:prstGeom>
          <a:noFill/>
          <a:ln w="3175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anim-1-0"/>
          <p:cNvSpPr txBox="1"/>
          <p:nvPr/>
        </p:nvSpPr>
        <p:spPr>
          <a:xfrm>
            <a:off x="144780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start tag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2499360" y="1325880"/>
            <a:ext cx="53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98A12"/>
                </a:solidFill>
                <a:latin typeface="Cambria"/>
                <a:ea typeface="Cambria"/>
                <a:cs typeface="Courier New" pitchFamily="34" charset="-120"/>
              </a:rPr>
              <a:t> for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12" name="anim-2-1"/>
          <p:cNvSpPr/>
          <p:nvPr/>
        </p:nvSpPr>
        <p:spPr>
          <a:xfrm>
            <a:off x="2517648" y="1828800"/>
            <a:ext cx="451104" cy="914"/>
          </a:xfrm>
          <a:prstGeom prst="line">
            <a:avLst/>
          </a:prstGeom>
          <a:noFill/>
          <a:ln w="31750">
            <a:solidFill>
              <a:srgbClr val="C98A12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3" name="anim-2-1"/>
          <p:cNvSpPr txBox="1"/>
          <p:nvPr/>
        </p:nvSpPr>
        <p:spPr>
          <a:xfrm>
            <a:off x="2057400" y="21579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8A12"/>
                </a:solidFill>
                <a:latin typeface="Cambria"/>
                <a:ea typeface="Cambria"/>
                <a:cs typeface="Calibri" pitchFamily="34" charset="-120"/>
              </a:rPr>
              <a:t>attribute name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2987040" y="1325880"/>
            <a:ext cx="1752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="PatientName"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15" name="anim-3-2"/>
          <p:cNvSpPr/>
          <p:nvPr/>
        </p:nvSpPr>
        <p:spPr>
          <a:xfrm>
            <a:off x="3005328" y="1828800"/>
            <a:ext cx="1670304" cy="914"/>
          </a:xfrm>
          <a:prstGeom prst="line">
            <a:avLst/>
          </a:prstGeom>
          <a:noFill/>
          <a:ln w="3175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anim-3-2"/>
          <p:cNvSpPr txBox="1"/>
          <p:nvPr/>
        </p:nvSpPr>
        <p:spPr>
          <a:xfrm>
            <a:off x="315468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9E6B"/>
                </a:solidFill>
                <a:latin typeface="Cambria"/>
                <a:ea typeface="Cambria"/>
                <a:cs typeface="Calibri" pitchFamily="34" charset="-120"/>
              </a:rPr>
              <a:t>attribute value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4693920" y="1325880"/>
            <a:ext cx="16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4815840" y="1325880"/>
            <a:ext cx="163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1F3B"/>
                </a:solidFill>
                <a:latin typeface="Cambria"/>
                <a:ea typeface="Cambria"/>
                <a:cs typeface="Courier New" pitchFamily="34" charset="-120"/>
              </a:rPr>
              <a:t>Patient Name: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19" name="anim-5-3"/>
          <p:cNvSpPr/>
          <p:nvPr/>
        </p:nvSpPr>
        <p:spPr>
          <a:xfrm>
            <a:off x="4834128" y="1828800"/>
            <a:ext cx="1548384" cy="914"/>
          </a:xfrm>
          <a:prstGeom prst="line">
            <a:avLst/>
          </a:prstGeom>
          <a:noFill/>
          <a:ln w="3175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0" name="anim-5-3"/>
          <p:cNvSpPr txBox="1"/>
          <p:nvPr/>
        </p:nvSpPr>
        <p:spPr>
          <a:xfrm>
            <a:off x="492252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content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6400800" y="1325880"/>
            <a:ext cx="1021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&lt;/label&gt;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22" name="anim-6-4"/>
          <p:cNvSpPr/>
          <p:nvPr/>
        </p:nvSpPr>
        <p:spPr>
          <a:xfrm>
            <a:off x="6419088" y="1828800"/>
            <a:ext cx="938784" cy="914"/>
          </a:xfrm>
          <a:prstGeom prst="line">
            <a:avLst/>
          </a:prstGeom>
          <a:noFill/>
          <a:ln w="3175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3" name="anim-6-4"/>
          <p:cNvSpPr txBox="1"/>
          <p:nvPr/>
        </p:nvSpPr>
        <p:spPr>
          <a:xfrm>
            <a:off x="620268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end tag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457200" y="245059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Click to label each part. This line comes from the registration form.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57200" y="2788920"/>
            <a:ext cx="26243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64008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Element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64008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Everything from the start tag to the end tag, including the content.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264408" y="2788920"/>
            <a:ext cx="26243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3447288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Attributes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3447288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Extra information inside the start tag, written as name="value".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071616" y="2788920"/>
            <a:ext cx="2624328" cy="1783080"/>
          </a:xfrm>
          <a:prstGeom prst="roundRect">
            <a:avLst>
              <a:gd name="adj" fmla="val 4103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6254496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Void elements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6254496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Some elements have no content and no end tag, e.g. &lt;input&gt;, &lt;br&gt;, and &lt;meta&gt;.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254496" y="406908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6254496" y="4069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&lt;input type="date" id="DOB"&gt;</a:t>
            </a:r>
            <a:endParaRPr lang="en-US" sz="9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142093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9" grpId="0" animBg="1"/>
      <p:bldP spid="20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HTML BASICS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structure of every page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6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11480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signup.html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384048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&lt;!DOCTYPE</a:t>
            </a: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html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&lt;html</a:t>
            </a: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lang</a:t>
            </a:r>
            <a:r>
              <a:rPr lang="en-US" sz="11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"en-US"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&lt;head&gt;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&lt;meta</a:t>
            </a: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charset</a:t>
            </a:r>
            <a:r>
              <a:rPr lang="en-US" sz="11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"UTF-8"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&lt;title&gt;</a:t>
            </a: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Signup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&lt;/title&gt;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&lt;/head&gt;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&lt;body&gt;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&lt;div</a:t>
            </a: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class</a:t>
            </a:r>
            <a:r>
              <a:rPr lang="en-US" sz="11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"container"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    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&lt;h1&gt;</a:t>
            </a: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Patient Registration Form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&lt;/h1&gt;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    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&lt;form&gt;</a:t>
            </a: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... 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&lt;/form&gt;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&lt;/div&gt;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&lt;/body&gt;</a:t>
            </a:r>
            <a:endParaRPr lang="en-US" sz="1150" dirty="0">
              <a:latin typeface="Cambria"/>
              <a:ea typeface="Cambria"/>
            </a:endParaRPr>
          </a:p>
          <a:p>
            <a:pPr marL="0" indent="0">
              <a:lnSpc>
                <a:spcPts val="1380"/>
              </a:lnSpc>
              <a:buNone/>
            </a:pPr>
            <a:r>
              <a:rPr lang="en-US" sz="11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&lt;/html&gt;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4" name="anim-1-5"/>
          <p:cNvSpPr/>
          <p:nvPr/>
        </p:nvSpPr>
        <p:spPr>
          <a:xfrm>
            <a:off x="4846320" y="118872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anim-1-5"/>
          <p:cNvSpPr txBox="1"/>
          <p:nvPr/>
        </p:nvSpPr>
        <p:spPr>
          <a:xfrm>
            <a:off x="4956048" y="12161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&lt;!DOCTYPE html&gt;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6" name="anim-1-5"/>
          <p:cNvSpPr txBox="1"/>
          <p:nvPr/>
        </p:nvSpPr>
        <p:spPr>
          <a:xfrm>
            <a:off x="4956048" y="1435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Tells the browser this is an HTML5 document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7" name="anim-2-6"/>
          <p:cNvSpPr/>
          <p:nvPr/>
        </p:nvSpPr>
        <p:spPr>
          <a:xfrm>
            <a:off x="4846320" y="1764792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8" name="anim-2-6"/>
          <p:cNvSpPr txBox="1"/>
          <p:nvPr/>
        </p:nvSpPr>
        <p:spPr>
          <a:xfrm>
            <a:off x="4956048" y="17922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&lt;html lang="en-US"&gt;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9" name="anim-2-6"/>
          <p:cNvSpPr txBox="1"/>
          <p:nvPr/>
        </p:nvSpPr>
        <p:spPr>
          <a:xfrm>
            <a:off x="4956048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root element; lang declares the page language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0" name="anim-3-7"/>
          <p:cNvSpPr/>
          <p:nvPr/>
        </p:nvSpPr>
        <p:spPr>
          <a:xfrm>
            <a:off x="4846320" y="2340864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1" name="anim-3-7"/>
          <p:cNvSpPr txBox="1"/>
          <p:nvPr/>
        </p:nvSpPr>
        <p:spPr>
          <a:xfrm>
            <a:off x="4956048" y="2368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&lt;head&gt;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2" name="anim-3-7"/>
          <p:cNvSpPr txBox="1"/>
          <p:nvPr/>
        </p:nvSpPr>
        <p:spPr>
          <a:xfrm>
            <a:off x="4956048" y="25877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Information about the page: character set and title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3" name="anim-4-8"/>
          <p:cNvSpPr/>
          <p:nvPr/>
        </p:nvSpPr>
        <p:spPr>
          <a:xfrm>
            <a:off x="4846320" y="2916936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4" name="anim-4-8"/>
          <p:cNvSpPr txBox="1"/>
          <p:nvPr/>
        </p:nvSpPr>
        <p:spPr>
          <a:xfrm>
            <a:off x="4956048" y="29443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&lt;title&gt;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5" name="anim-4-8"/>
          <p:cNvSpPr txBox="1"/>
          <p:nvPr/>
        </p:nvSpPr>
        <p:spPr>
          <a:xfrm>
            <a:off x="4956048" y="31638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Text shown on the browser tab: "Signup"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6" name="anim-5-9"/>
          <p:cNvSpPr/>
          <p:nvPr/>
        </p:nvSpPr>
        <p:spPr>
          <a:xfrm>
            <a:off x="4846320" y="3493008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7" name="anim-5-9"/>
          <p:cNvSpPr txBox="1"/>
          <p:nvPr/>
        </p:nvSpPr>
        <p:spPr>
          <a:xfrm>
            <a:off x="4956048" y="35204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&lt;body&gt;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8" name="anim-5-9"/>
          <p:cNvSpPr txBox="1"/>
          <p:nvPr/>
        </p:nvSpPr>
        <p:spPr>
          <a:xfrm>
            <a:off x="4956048" y="373989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Everything visible on the page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9" name="anim-6-10"/>
          <p:cNvSpPr/>
          <p:nvPr/>
        </p:nvSpPr>
        <p:spPr>
          <a:xfrm>
            <a:off x="4846320" y="40690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0" name="anim-6-10"/>
          <p:cNvSpPr txBox="1"/>
          <p:nvPr/>
        </p:nvSpPr>
        <p:spPr>
          <a:xfrm>
            <a:off x="4956048" y="4096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&lt;div class="container"&gt;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31" name="anim-6-10"/>
          <p:cNvSpPr txBox="1"/>
          <p:nvPr/>
        </p:nvSpPr>
        <p:spPr>
          <a:xfrm>
            <a:off x="4956048" y="4315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generic box that groups content for styling</a:t>
            </a:r>
            <a:endParaRPr lang="en-US" sz="10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786431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02</a:t>
            </a:r>
            <a:endParaRPr lang="en-US" sz="8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DOM</a:t>
            </a:r>
            <a:endParaRPr lang="en-US" sz="3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How the browser sees your page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7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62078927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THE DOM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What is the DOM?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8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Document Object Model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is a W3C standard for accessing documents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platform- and language-neutral interface that lets programs and scripts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read and change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a document's content, structure, and style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When a page loads, the browser turns the HTML into a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tree of objects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called nodes</a:t>
            </a:r>
            <a:endParaRPr lang="en-US" sz="1250" dirty="0">
              <a:latin typeface="Cambria"/>
              <a:ea typeface="Cambria"/>
            </a:endParaRPr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Every element, attribute, and piece of text becomes a node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9" name="anim-1-11"/>
          <p:cNvSpPr/>
          <p:nvPr/>
        </p:nvSpPr>
        <p:spPr>
          <a:xfrm>
            <a:off x="6492240" y="1399032"/>
            <a:ext cx="914" cy="219456"/>
          </a:xfrm>
          <a:prstGeom prst="line">
            <a:avLst/>
          </a:prstGeom>
          <a:noFill/>
          <a:ln w="1905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anim-2-12"/>
          <p:cNvSpPr/>
          <p:nvPr/>
        </p:nvSpPr>
        <p:spPr>
          <a:xfrm flipH="1">
            <a:off x="5166360" y="1947672"/>
            <a:ext cx="1325880" cy="265176"/>
          </a:xfrm>
          <a:prstGeom prst="line">
            <a:avLst/>
          </a:prstGeom>
          <a:noFill/>
          <a:ln w="1905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anim-2-13"/>
          <p:cNvSpPr/>
          <p:nvPr/>
        </p:nvSpPr>
        <p:spPr>
          <a:xfrm>
            <a:off x="6492240" y="1947672"/>
            <a:ext cx="1143000" cy="265176"/>
          </a:xfrm>
          <a:prstGeom prst="line">
            <a:avLst/>
          </a:prstGeom>
          <a:noFill/>
          <a:ln w="1905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anim-3-14"/>
          <p:cNvSpPr/>
          <p:nvPr/>
        </p:nvSpPr>
        <p:spPr>
          <a:xfrm flipH="1">
            <a:off x="4709160" y="2542032"/>
            <a:ext cx="457200" cy="310896"/>
          </a:xfrm>
          <a:prstGeom prst="line">
            <a:avLst/>
          </a:prstGeom>
          <a:noFill/>
          <a:ln w="1905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3" name="anim-3-15"/>
          <p:cNvSpPr/>
          <p:nvPr/>
        </p:nvSpPr>
        <p:spPr>
          <a:xfrm>
            <a:off x="5166360" y="2542032"/>
            <a:ext cx="457200" cy="310896"/>
          </a:xfrm>
          <a:prstGeom prst="line">
            <a:avLst/>
          </a:prstGeom>
          <a:noFill/>
          <a:ln w="1905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4" name="anim-3-16"/>
          <p:cNvSpPr/>
          <p:nvPr/>
        </p:nvSpPr>
        <p:spPr>
          <a:xfrm>
            <a:off x="7635240" y="2542032"/>
            <a:ext cx="914" cy="310896"/>
          </a:xfrm>
          <a:prstGeom prst="line">
            <a:avLst/>
          </a:prstGeom>
          <a:noFill/>
          <a:ln w="1905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anim-4-17"/>
          <p:cNvSpPr/>
          <p:nvPr/>
        </p:nvSpPr>
        <p:spPr>
          <a:xfrm flipH="1">
            <a:off x="6949440" y="3182112"/>
            <a:ext cx="685800" cy="310896"/>
          </a:xfrm>
          <a:prstGeom prst="line">
            <a:avLst/>
          </a:prstGeom>
          <a:noFill/>
          <a:ln w="1905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anim-4-18"/>
          <p:cNvSpPr/>
          <p:nvPr/>
        </p:nvSpPr>
        <p:spPr>
          <a:xfrm>
            <a:off x="7635240" y="3182112"/>
            <a:ext cx="640080" cy="310896"/>
          </a:xfrm>
          <a:prstGeom prst="line">
            <a:avLst/>
          </a:prstGeom>
          <a:noFill/>
          <a:ln w="1905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7" name="anim-5-19"/>
          <p:cNvSpPr/>
          <p:nvPr/>
        </p:nvSpPr>
        <p:spPr>
          <a:xfrm>
            <a:off x="8275320" y="3822192"/>
            <a:ext cx="914" cy="265176"/>
          </a:xfrm>
          <a:prstGeom prst="line">
            <a:avLst/>
          </a:prstGeom>
          <a:noFill/>
          <a:ln w="1905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943600" y="106984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5943600" y="10698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document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0" name="anim-1-20"/>
          <p:cNvSpPr/>
          <p:nvPr/>
        </p:nvSpPr>
        <p:spPr>
          <a:xfrm>
            <a:off x="6035040" y="1618488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1" name="anim-1-20"/>
          <p:cNvSpPr txBox="1"/>
          <p:nvPr/>
        </p:nvSpPr>
        <p:spPr>
          <a:xfrm>
            <a:off x="6035040" y="16184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&lt;html&gt;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2" name="anim-2-21"/>
          <p:cNvSpPr/>
          <p:nvPr/>
        </p:nvSpPr>
        <p:spPr>
          <a:xfrm>
            <a:off x="4732020" y="221284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8E6CC8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3" name="anim-2-21"/>
          <p:cNvSpPr txBox="1"/>
          <p:nvPr/>
        </p:nvSpPr>
        <p:spPr>
          <a:xfrm>
            <a:off x="4732020" y="221284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&lt;head&gt;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4" name="anim-2-22"/>
          <p:cNvSpPr/>
          <p:nvPr/>
        </p:nvSpPr>
        <p:spPr>
          <a:xfrm>
            <a:off x="7200900" y="2212848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8E6CC8"/>
          </a:solidFill>
          <a:ln w="12700">
            <a:solidFill>
              <a:srgbClr val="8E6CC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5" name="anim-2-22"/>
          <p:cNvSpPr txBox="1"/>
          <p:nvPr/>
        </p:nvSpPr>
        <p:spPr>
          <a:xfrm>
            <a:off x="7200900" y="221284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&lt;body&gt;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6" name="anim-3-23"/>
          <p:cNvSpPr/>
          <p:nvPr/>
        </p:nvSpPr>
        <p:spPr>
          <a:xfrm>
            <a:off x="4320540" y="285292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B7A0DD"/>
          </a:solidFill>
          <a:ln w="1270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7" name="anim-3-23"/>
          <p:cNvSpPr txBox="1"/>
          <p:nvPr/>
        </p:nvSpPr>
        <p:spPr>
          <a:xfrm>
            <a:off x="4320540" y="28529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&lt;meta&gt;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8" name="anim-3-24"/>
          <p:cNvSpPr/>
          <p:nvPr/>
        </p:nvSpPr>
        <p:spPr>
          <a:xfrm>
            <a:off x="5234940" y="285292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B7A0DD"/>
          </a:solidFill>
          <a:ln w="1270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9" name="anim-3-24"/>
          <p:cNvSpPr txBox="1"/>
          <p:nvPr/>
        </p:nvSpPr>
        <p:spPr>
          <a:xfrm>
            <a:off x="5234940" y="28529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&lt;title&gt;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0" name="anim-3-25"/>
          <p:cNvSpPr/>
          <p:nvPr/>
        </p:nvSpPr>
        <p:spPr>
          <a:xfrm>
            <a:off x="7246620" y="2852928"/>
            <a:ext cx="777240" cy="329184"/>
          </a:xfrm>
          <a:prstGeom prst="roundRect">
            <a:avLst>
              <a:gd name="adj" fmla="val 16667"/>
            </a:avLst>
          </a:prstGeom>
          <a:solidFill>
            <a:srgbClr val="B7A0DD"/>
          </a:solidFill>
          <a:ln w="12700">
            <a:solidFill>
              <a:srgbClr val="B7A0D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1" name="anim-3-25"/>
          <p:cNvSpPr txBox="1"/>
          <p:nvPr/>
        </p:nvSpPr>
        <p:spPr>
          <a:xfrm>
            <a:off x="7246620" y="285292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&lt;div&gt;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2" name="anim-4-26"/>
          <p:cNvSpPr/>
          <p:nvPr/>
        </p:nvSpPr>
        <p:spPr>
          <a:xfrm>
            <a:off x="6606540" y="3493008"/>
            <a:ext cx="685800" cy="329184"/>
          </a:xfrm>
          <a:prstGeom prst="roundRect">
            <a:avLst>
              <a:gd name="adj" fmla="val 16667"/>
            </a:avLst>
          </a:prstGeom>
          <a:solidFill>
            <a:srgbClr val="CDBFEA"/>
          </a:solidFill>
          <a:ln w="12700">
            <a:solidFill>
              <a:srgbClr val="CDBFE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3" name="anim-4-26"/>
          <p:cNvSpPr txBox="1"/>
          <p:nvPr/>
        </p:nvSpPr>
        <p:spPr>
          <a:xfrm>
            <a:off x="6606540" y="3493008"/>
            <a:ext cx="685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3B"/>
                </a:solidFill>
                <a:latin typeface="Cambria"/>
                <a:ea typeface="Cambria"/>
                <a:cs typeface="Courier New" pitchFamily="34" charset="-120"/>
              </a:rPr>
              <a:t>&lt;h1&gt;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4" name="anim-4-27"/>
          <p:cNvSpPr/>
          <p:nvPr/>
        </p:nvSpPr>
        <p:spPr>
          <a:xfrm>
            <a:off x="7909560" y="3493008"/>
            <a:ext cx="731520" cy="329184"/>
          </a:xfrm>
          <a:prstGeom prst="roundRect">
            <a:avLst>
              <a:gd name="adj" fmla="val 16667"/>
            </a:avLst>
          </a:prstGeom>
          <a:solidFill>
            <a:srgbClr val="CDBFEA"/>
          </a:solidFill>
          <a:ln w="12700">
            <a:solidFill>
              <a:srgbClr val="CDBFE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5" name="anim-4-27"/>
          <p:cNvSpPr txBox="1"/>
          <p:nvPr/>
        </p:nvSpPr>
        <p:spPr>
          <a:xfrm>
            <a:off x="7909560" y="34930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3B"/>
                </a:solidFill>
                <a:latin typeface="Cambria"/>
                <a:ea typeface="Cambria"/>
                <a:cs typeface="Courier New" pitchFamily="34" charset="-120"/>
              </a:rPr>
              <a:t>&lt;form&gt;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6" name="anim-5-28"/>
          <p:cNvSpPr/>
          <p:nvPr/>
        </p:nvSpPr>
        <p:spPr>
          <a:xfrm>
            <a:off x="7818120" y="4087368"/>
            <a:ext cx="914400" cy="329184"/>
          </a:xfrm>
          <a:prstGeom prst="roundRect">
            <a:avLst>
              <a:gd name="adj" fmla="val 16667"/>
            </a:avLst>
          </a:prstGeom>
          <a:solidFill>
            <a:srgbClr val="DDD3F0"/>
          </a:solidFill>
          <a:ln w="12700">
            <a:solidFill>
              <a:srgbClr val="DDD3F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7" name="anim-5-28"/>
          <p:cNvSpPr txBox="1"/>
          <p:nvPr/>
        </p:nvSpPr>
        <p:spPr>
          <a:xfrm>
            <a:off x="7818120" y="408736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1F3B"/>
                </a:solidFill>
                <a:latin typeface="Cambria"/>
                <a:ea typeface="Cambria"/>
                <a:cs typeface="Courier New" pitchFamily="34" charset="-120"/>
              </a:rPr>
              <a:t>&lt;fieldset&gt;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4389120" y="4526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The signup page as a DOM tree. Click to grow it.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1144182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THE DOM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Using the DOM from JavaScript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9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Because every form field is a node, a script can find it and read or change it. The ids in the form are what make this easy.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737360"/>
            <a:ext cx="4663440" cy="2880360"/>
          </a:xfrm>
          <a:prstGeom prst="roundRect">
            <a:avLst>
              <a:gd name="adj" fmla="val 254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94360" y="18379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40664" y="18379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86968" y="18379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097280" y="179222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script.js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594360" y="2066544"/>
            <a:ext cx="43891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// find one element by its id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const name = document.getElementById("PatientName");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console.log(name.value);      // what the user typed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// change the page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name.style.border = "2px solid red";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// find all radio buttons in a group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const g = document.getElementsByName("Gender");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5" name="anim-1-29"/>
          <p:cNvSpPr/>
          <p:nvPr/>
        </p:nvSpPr>
        <p:spPr>
          <a:xfrm>
            <a:off x="5349240" y="173736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anim-1-29"/>
          <p:cNvSpPr txBox="1"/>
          <p:nvPr/>
        </p:nvSpPr>
        <p:spPr>
          <a:xfrm>
            <a:off x="5486400" y="17922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getElementById("id")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7" name="anim-1-29"/>
          <p:cNvSpPr txBox="1"/>
          <p:nvPr/>
        </p:nvSpPr>
        <p:spPr>
          <a:xfrm>
            <a:off x="5486400" y="20574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Returns the single element with that id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8" name="anim-2-30"/>
          <p:cNvSpPr/>
          <p:nvPr/>
        </p:nvSpPr>
        <p:spPr>
          <a:xfrm>
            <a:off x="5349240" y="246888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9" name="anim-2-30"/>
          <p:cNvSpPr txBox="1"/>
          <p:nvPr/>
        </p:nvSpPr>
        <p:spPr>
          <a:xfrm>
            <a:off x="5486400" y="252374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getElementsByName("n")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0" name="anim-2-30"/>
          <p:cNvSpPr txBox="1"/>
          <p:nvPr/>
        </p:nvSpPr>
        <p:spPr>
          <a:xfrm>
            <a:off x="5486400" y="27889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Returns every element with that name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1" name="anim-3-31"/>
          <p:cNvSpPr/>
          <p:nvPr/>
        </p:nvSpPr>
        <p:spPr>
          <a:xfrm>
            <a:off x="5349240" y="320040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2" name="anim-3-31"/>
          <p:cNvSpPr txBox="1"/>
          <p:nvPr/>
        </p:nvSpPr>
        <p:spPr>
          <a:xfrm>
            <a:off x="5486400" y="32552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element.value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3" name="anim-3-31"/>
          <p:cNvSpPr txBox="1"/>
          <p:nvPr/>
        </p:nvSpPr>
        <p:spPr>
          <a:xfrm>
            <a:off x="5486400" y="3520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current value of a form field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4" name="anim-4-32"/>
          <p:cNvSpPr/>
          <p:nvPr/>
        </p:nvSpPr>
        <p:spPr>
          <a:xfrm>
            <a:off x="5349240" y="3931920"/>
            <a:ext cx="33375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5" name="anim-4-32"/>
          <p:cNvSpPr txBox="1"/>
          <p:nvPr/>
        </p:nvSpPr>
        <p:spPr>
          <a:xfrm>
            <a:off x="5486400" y="39867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element.style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6" name="anim-4-32"/>
          <p:cNvSpPr txBox="1"/>
          <p:nvPr/>
        </p:nvSpPr>
        <p:spPr>
          <a:xfrm>
            <a:off x="5486400" y="4251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Changes the CSS of that element</a:t>
            </a:r>
            <a:endParaRPr lang="en-US" sz="10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60576011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03</a:t>
            </a:r>
            <a:endParaRPr lang="en-US" sz="8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XML and XHTML</a:t>
            </a:r>
            <a:endParaRPr lang="en-US" sz="3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Markup for data, and HTML with strict rules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10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194316453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XML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What is XML?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11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8872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XML stands for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eXtensible Markup Language</a:t>
            </a:r>
            <a:endParaRPr lang="en-US" sz="1300" dirty="0">
              <a:latin typeface="Cambria"/>
              <a:ea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Designed to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store and transport data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, not to display it</a:t>
            </a:r>
            <a:endParaRPr lang="en-US" sz="1300" dirty="0">
              <a:latin typeface="Cambria"/>
              <a:ea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Tags are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not predefined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: you invent your own</a:t>
            </a:r>
            <a:endParaRPr lang="en-US" sz="1300" dirty="0">
              <a:latin typeface="Cambria"/>
              <a:ea typeface="Cambria"/>
            </a:endParaRPr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Self-descriptive, and readable by both humans and machines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80060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94690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09320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303520" y="124358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patient.xml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800600" y="1517904"/>
            <a:ext cx="37490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&lt;?xml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version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"1.0"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encoding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"UTF-8"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?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&lt;patient&gt;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&lt;name&gt;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Rahim Uddin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&lt;/name&gt;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&lt;age&gt;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34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&lt;/age&gt;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&lt;gender&gt;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Male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&lt;/gender&gt;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&lt;country&gt;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Bangladesh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&lt;/country&gt;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&lt;/patient&gt;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4663440" y="31546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The same data a user types into the registration form, stored as XML.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" y="35204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HTML 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Displays data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640080" y="39593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Focuses on how data looks, with predefined tags such as &lt;form&gt; and &lt;input&gt;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663440" y="35204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48463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XML 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Carries data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4846320" y="39593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Focuses on what data is, with tags you define such as &lt;patient&gt; and &lt;age&gt;</a:t>
            </a:r>
            <a:endParaRPr lang="en-US" sz="11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4557828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XML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XML syntax rules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12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anim-1-33"/>
          <p:cNvSpPr/>
          <p:nvPr/>
        </p:nvSpPr>
        <p:spPr>
          <a:xfrm>
            <a:off x="457200" y="1188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9" name="anim-1-33"/>
          <p:cNvSpPr/>
          <p:nvPr/>
        </p:nvSpPr>
        <p:spPr>
          <a:xfrm>
            <a:off x="640080" y="1435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anim-1-33"/>
          <p:cNvSpPr txBox="1"/>
          <p:nvPr/>
        </p:nvSpPr>
        <p:spPr>
          <a:xfrm>
            <a:off x="64008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1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1" name="anim-1-33"/>
          <p:cNvSpPr txBox="1"/>
          <p:nvPr/>
        </p:nvSpPr>
        <p:spPr>
          <a:xfrm>
            <a:off x="1280160" y="13167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One root element</a:t>
            </a:r>
            <a:endParaRPr lang="en-US" sz="1350" dirty="0">
              <a:latin typeface="Cambria"/>
              <a:ea typeface="Cambria"/>
            </a:endParaRPr>
          </a:p>
        </p:txBody>
      </p:sp>
      <p:sp>
        <p:nvSpPr>
          <p:cNvPr id="12" name="anim-1-33"/>
          <p:cNvSpPr txBox="1"/>
          <p:nvPr/>
        </p:nvSpPr>
        <p:spPr>
          <a:xfrm>
            <a:off x="128016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Everything sits inside a single parent, e.g. &lt;patient&gt;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3" name="anim-2-34"/>
          <p:cNvSpPr/>
          <p:nvPr/>
        </p:nvSpPr>
        <p:spPr>
          <a:xfrm>
            <a:off x="4663440" y="1188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4" name="anim-2-34"/>
          <p:cNvSpPr/>
          <p:nvPr/>
        </p:nvSpPr>
        <p:spPr>
          <a:xfrm>
            <a:off x="4846320" y="1435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anim-2-34"/>
          <p:cNvSpPr txBox="1"/>
          <p:nvPr/>
        </p:nvSpPr>
        <p:spPr>
          <a:xfrm>
            <a:off x="48463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2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6" name="anim-2-34"/>
          <p:cNvSpPr txBox="1"/>
          <p:nvPr/>
        </p:nvSpPr>
        <p:spPr>
          <a:xfrm>
            <a:off x="5486400" y="13167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Every tag is closed</a:t>
            </a:r>
            <a:endParaRPr lang="en-US" sz="1350" dirty="0">
              <a:latin typeface="Cambria"/>
              <a:ea typeface="Cambria"/>
            </a:endParaRPr>
          </a:p>
        </p:txBody>
      </p:sp>
      <p:sp>
        <p:nvSpPr>
          <p:cNvPr id="17" name="anim-2-34"/>
          <p:cNvSpPr txBox="1"/>
          <p:nvPr/>
        </p:nvSpPr>
        <p:spPr>
          <a:xfrm>
            <a:off x="5486400" y="1645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&lt;age&gt;34&lt;/age&gt;, or self-closing &lt;photo /&gt;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8" name="anim-3-35"/>
          <p:cNvSpPr/>
          <p:nvPr/>
        </p:nvSpPr>
        <p:spPr>
          <a:xfrm>
            <a:off x="457200" y="2331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9" name="anim-3-35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0" name="anim-3-35"/>
          <p:cNvSpPr txBox="1"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3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21" name="anim-3-35"/>
          <p:cNvSpPr txBox="1"/>
          <p:nvPr/>
        </p:nvSpPr>
        <p:spPr>
          <a:xfrm>
            <a:off x="1280160" y="24597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Tags are case-sensitive</a:t>
            </a:r>
            <a:endParaRPr lang="en-US" sz="1350" dirty="0">
              <a:latin typeface="Cambria"/>
              <a:ea typeface="Cambria"/>
            </a:endParaRPr>
          </a:p>
        </p:txBody>
      </p:sp>
      <p:sp>
        <p:nvSpPr>
          <p:cNvPr id="22" name="anim-3-35"/>
          <p:cNvSpPr txBox="1"/>
          <p:nvPr/>
        </p:nvSpPr>
        <p:spPr>
          <a:xfrm>
            <a:off x="1280160" y="2788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&lt;Age&gt; and &lt;age&gt; are different tags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3" name="anim-4-36"/>
          <p:cNvSpPr/>
          <p:nvPr/>
        </p:nvSpPr>
        <p:spPr>
          <a:xfrm>
            <a:off x="4663440" y="2331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4" name="anim-4-36"/>
          <p:cNvSpPr/>
          <p:nvPr/>
        </p:nvSpPr>
        <p:spPr>
          <a:xfrm>
            <a:off x="4846320" y="2578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5" name="anim-4-36"/>
          <p:cNvSpPr txBox="1"/>
          <p:nvPr/>
        </p:nvSpPr>
        <p:spPr>
          <a:xfrm>
            <a:off x="48463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4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26" name="anim-4-36"/>
          <p:cNvSpPr txBox="1"/>
          <p:nvPr/>
        </p:nvSpPr>
        <p:spPr>
          <a:xfrm>
            <a:off x="5486400" y="24597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Properly nested</a:t>
            </a:r>
            <a:endParaRPr lang="en-US" sz="1350" dirty="0">
              <a:latin typeface="Cambria"/>
              <a:ea typeface="Cambria"/>
            </a:endParaRPr>
          </a:p>
        </p:txBody>
      </p:sp>
      <p:sp>
        <p:nvSpPr>
          <p:cNvPr id="27" name="anim-4-36"/>
          <p:cNvSpPr txBox="1"/>
          <p:nvPr/>
        </p:nvSpPr>
        <p:spPr>
          <a:xfrm>
            <a:off x="5486400" y="2788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Close inner tags before outer ones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8" name="anim-5-37"/>
          <p:cNvSpPr/>
          <p:nvPr/>
        </p:nvSpPr>
        <p:spPr>
          <a:xfrm>
            <a:off x="457200" y="3474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9" name="anim-5-37"/>
          <p:cNvSpPr/>
          <p:nvPr/>
        </p:nvSpPr>
        <p:spPr>
          <a:xfrm>
            <a:off x="640080" y="3721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0" name="anim-5-37"/>
          <p:cNvSpPr txBox="1"/>
          <p:nvPr/>
        </p:nvSpPr>
        <p:spPr>
          <a:xfrm>
            <a:off x="64008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5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31" name="anim-5-37"/>
          <p:cNvSpPr txBox="1"/>
          <p:nvPr/>
        </p:nvSpPr>
        <p:spPr>
          <a:xfrm>
            <a:off x="1280160" y="36027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Attribute values quoted</a:t>
            </a:r>
            <a:endParaRPr lang="en-US" sz="1350" dirty="0">
              <a:latin typeface="Cambria"/>
              <a:ea typeface="Cambria"/>
            </a:endParaRPr>
          </a:p>
        </p:txBody>
      </p:sp>
      <p:sp>
        <p:nvSpPr>
          <p:cNvPr id="32" name="anim-5-37"/>
          <p:cNvSpPr txBox="1"/>
          <p:nvPr/>
        </p:nvSpPr>
        <p:spPr>
          <a:xfrm>
            <a:off x="1280160" y="3931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&lt;patient id="P101"&gt;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33" name="anim-6-38"/>
          <p:cNvSpPr/>
          <p:nvPr/>
        </p:nvSpPr>
        <p:spPr>
          <a:xfrm>
            <a:off x="4663440" y="34747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4" name="anim-6-38"/>
          <p:cNvSpPr/>
          <p:nvPr/>
        </p:nvSpPr>
        <p:spPr>
          <a:xfrm>
            <a:off x="4846320" y="3721608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5" name="anim-6-38"/>
          <p:cNvSpPr txBox="1"/>
          <p:nvPr/>
        </p:nvSpPr>
        <p:spPr>
          <a:xfrm>
            <a:off x="4846320" y="3721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6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36" name="anim-6-38"/>
          <p:cNvSpPr txBox="1"/>
          <p:nvPr/>
        </p:nvSpPr>
        <p:spPr>
          <a:xfrm>
            <a:off x="5486400" y="360273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Prolog is optional</a:t>
            </a:r>
            <a:endParaRPr lang="en-US" sz="1350" dirty="0">
              <a:latin typeface="Cambria"/>
              <a:ea typeface="Cambria"/>
            </a:endParaRPr>
          </a:p>
        </p:txBody>
      </p:sp>
      <p:sp>
        <p:nvSpPr>
          <p:cNvPr id="37" name="anim-6-38"/>
          <p:cNvSpPr txBox="1"/>
          <p:nvPr/>
        </p:nvSpPr>
        <p:spPr>
          <a:xfrm>
            <a:off x="5486400" y="39319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&lt;?xml version="1.0"?&gt; goes first if used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45720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A document that follows every rule is called "well-formed". Click to reveal each rule.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55397666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XHTML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What is XHTML?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XHTML stands for </a:t>
            </a: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EXtensible HyperText Markup Language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: HTML redefined as an XML application, so it must follow XML's strict rules. Here is what that means for lines from our form.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57200" y="1783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RULE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2743200" y="1783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D64545"/>
                </a:solidFill>
                <a:latin typeface="Cambria"/>
                <a:ea typeface="Cambria"/>
                <a:cs typeface="Calibri" pitchFamily="34" charset="-120"/>
              </a:rPr>
              <a:t>IN OUR FORM (HTML)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715000" y="17830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2E9E6B"/>
                </a:solidFill>
                <a:latin typeface="Cambria"/>
                <a:ea typeface="Cambria"/>
                <a:cs typeface="Calibri" pitchFamily="34" charset="-120"/>
              </a:rPr>
              <a:t>VALID XHTML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57200" y="2057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Close every element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743200" y="205740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2834640" y="20574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&lt;br&gt;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5" name="anim-1-39"/>
          <p:cNvSpPr/>
          <p:nvPr/>
        </p:nvSpPr>
        <p:spPr>
          <a:xfrm>
            <a:off x="5715000" y="205740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anim-1-39"/>
          <p:cNvSpPr txBox="1"/>
          <p:nvPr/>
        </p:nvSpPr>
        <p:spPr>
          <a:xfrm>
            <a:off x="5806440" y="2057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&lt;br /&gt;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457200" y="26974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Give attributes a value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743200" y="269748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2834640" y="2697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&lt;input ... required&gt;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0" name="anim-2-40"/>
          <p:cNvSpPr/>
          <p:nvPr/>
        </p:nvSpPr>
        <p:spPr>
          <a:xfrm>
            <a:off x="5715000" y="269748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1" name="anim-2-40"/>
          <p:cNvSpPr txBox="1"/>
          <p:nvPr/>
        </p:nvSpPr>
        <p:spPr>
          <a:xfrm>
            <a:off x="5806440" y="2697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&lt;input ... required="required" /&gt;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457200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Lowercase names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2743200" y="333756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2834640" y="3337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Style="resize:none"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5" name="anim-3-41"/>
          <p:cNvSpPr/>
          <p:nvPr/>
        </p:nvSpPr>
        <p:spPr>
          <a:xfrm>
            <a:off x="5715000" y="333756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6" name="anim-3-41"/>
          <p:cNvSpPr txBox="1"/>
          <p:nvPr/>
        </p:nvSpPr>
        <p:spPr>
          <a:xfrm>
            <a:off x="5806440" y="3337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style="resize:none"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457200" y="39776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No presentational tags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743200" y="3977640"/>
            <a:ext cx="2788920" cy="502920"/>
          </a:xfrm>
          <a:prstGeom prst="roundRect">
            <a:avLst>
              <a:gd name="adj" fmla="val 10909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2834640" y="3977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&lt;font color="red"&gt;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0" name="anim-4-42"/>
          <p:cNvSpPr/>
          <p:nvPr/>
        </p:nvSpPr>
        <p:spPr>
          <a:xfrm>
            <a:off x="5715000" y="397764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E6F5EE"/>
          </a:solidFill>
          <a:ln w="12700">
            <a:solidFill>
              <a:srgbClr val="E6F5E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1" name="anim-4-42"/>
          <p:cNvSpPr txBox="1"/>
          <p:nvPr/>
        </p:nvSpPr>
        <p:spPr>
          <a:xfrm>
            <a:off x="580644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&lt;span style="color:red"&gt;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457200" y="45720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XHTML also needs one root element and properly nested tags. Click to reveal each fix.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8849848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20" grpId="0" animBg="1"/>
      <p:bldP spid="21" grpId="0" animBg="1"/>
      <p:bldP spid="25" grpId="0" animBg="1"/>
      <p:bldP spid="26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04</a:t>
            </a:r>
            <a:endParaRPr lang="en-US" sz="8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DHTML</a:t>
            </a:r>
            <a:endParaRPr lang="en-US" sz="3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Making the page react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14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02698222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DHTML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What is DHTML?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15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DHTML (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Dynamic HTML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) is not a language. It is a term for combining web technologies so a page can react and change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without reloading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.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9" name="anim-1-43"/>
          <p:cNvSpPr/>
          <p:nvPr/>
        </p:nvSpPr>
        <p:spPr>
          <a:xfrm>
            <a:off x="457200" y="182880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anim-1-43"/>
          <p:cNvSpPr/>
          <p:nvPr/>
        </p:nvSpPr>
        <p:spPr>
          <a:xfrm>
            <a:off x="850392" y="1965960"/>
            <a:ext cx="585216" cy="585216"/>
          </a:xfrm>
          <a:prstGeom prst="ellipse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11" name="anim-1-4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2103120"/>
            <a:ext cx="310896" cy="310896"/>
          </a:xfrm>
          <a:prstGeom prst="rect">
            <a:avLst/>
          </a:prstGeom>
        </p:spPr>
      </p:pic>
      <p:sp>
        <p:nvSpPr>
          <p:cNvPr id="12" name="anim-1-43"/>
          <p:cNvSpPr txBox="1"/>
          <p:nvPr/>
        </p:nvSpPr>
        <p:spPr>
          <a:xfrm>
            <a:off x="45720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3" name="anim-1-43"/>
          <p:cNvSpPr txBox="1"/>
          <p:nvPr/>
        </p:nvSpPr>
        <p:spPr>
          <a:xfrm>
            <a:off x="1828800" y="1828800"/>
            <a:ext cx="411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+</a:t>
            </a:r>
            <a:endParaRPr lang="en-US" sz="2400" dirty="0">
              <a:latin typeface="Cambria"/>
              <a:ea typeface="Cambria"/>
            </a:endParaRPr>
          </a:p>
        </p:txBody>
      </p:sp>
      <p:sp>
        <p:nvSpPr>
          <p:cNvPr id="14" name="anim-2-44"/>
          <p:cNvSpPr/>
          <p:nvPr/>
        </p:nvSpPr>
        <p:spPr>
          <a:xfrm>
            <a:off x="2240280" y="182880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anim-2-44"/>
          <p:cNvSpPr/>
          <p:nvPr/>
        </p:nvSpPr>
        <p:spPr>
          <a:xfrm>
            <a:off x="2633472" y="1965960"/>
            <a:ext cx="585216" cy="585216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16" name="anim-2-4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632" y="2103120"/>
            <a:ext cx="310896" cy="310896"/>
          </a:xfrm>
          <a:prstGeom prst="rect">
            <a:avLst/>
          </a:prstGeom>
        </p:spPr>
      </p:pic>
      <p:sp>
        <p:nvSpPr>
          <p:cNvPr id="17" name="anim-2-44"/>
          <p:cNvSpPr txBox="1"/>
          <p:nvPr/>
        </p:nvSpPr>
        <p:spPr>
          <a:xfrm>
            <a:off x="224028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CSS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8" name="anim-2-44"/>
          <p:cNvSpPr txBox="1"/>
          <p:nvPr/>
        </p:nvSpPr>
        <p:spPr>
          <a:xfrm>
            <a:off x="3611880" y="1828800"/>
            <a:ext cx="411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+</a:t>
            </a:r>
            <a:endParaRPr lang="en-US" sz="2400" dirty="0">
              <a:latin typeface="Cambria"/>
              <a:ea typeface="Cambria"/>
            </a:endParaRPr>
          </a:p>
        </p:txBody>
      </p:sp>
      <p:sp>
        <p:nvSpPr>
          <p:cNvPr id="19" name="anim-3-45"/>
          <p:cNvSpPr/>
          <p:nvPr/>
        </p:nvSpPr>
        <p:spPr>
          <a:xfrm>
            <a:off x="4023360" y="182880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0" name="anim-3-45"/>
          <p:cNvSpPr/>
          <p:nvPr/>
        </p:nvSpPr>
        <p:spPr>
          <a:xfrm>
            <a:off x="4416552" y="1965960"/>
            <a:ext cx="585216" cy="585216"/>
          </a:xfrm>
          <a:prstGeom prst="ellipse">
            <a:avLst/>
          </a:prstGeom>
          <a:solidFill>
            <a:srgbClr val="C99A06"/>
          </a:solidFill>
          <a:ln w="12700">
            <a:solidFill>
              <a:srgbClr val="C99A06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21" name="anim-3-4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2103120"/>
            <a:ext cx="310896" cy="310896"/>
          </a:xfrm>
          <a:prstGeom prst="rect">
            <a:avLst/>
          </a:prstGeom>
        </p:spPr>
      </p:pic>
      <p:sp>
        <p:nvSpPr>
          <p:cNvPr id="22" name="anim-3-45"/>
          <p:cNvSpPr txBox="1"/>
          <p:nvPr/>
        </p:nvSpPr>
        <p:spPr>
          <a:xfrm>
            <a:off x="402336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JavaScript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23" name="anim-3-45"/>
          <p:cNvSpPr txBox="1"/>
          <p:nvPr/>
        </p:nvSpPr>
        <p:spPr>
          <a:xfrm>
            <a:off x="5394960" y="1828800"/>
            <a:ext cx="411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+</a:t>
            </a:r>
            <a:endParaRPr lang="en-US" sz="2400" dirty="0">
              <a:latin typeface="Cambria"/>
              <a:ea typeface="Cambria"/>
            </a:endParaRPr>
          </a:p>
        </p:txBody>
      </p:sp>
      <p:sp>
        <p:nvSpPr>
          <p:cNvPr id="24" name="anim-4-46"/>
          <p:cNvSpPr/>
          <p:nvPr/>
        </p:nvSpPr>
        <p:spPr>
          <a:xfrm>
            <a:off x="5806440" y="1828800"/>
            <a:ext cx="13716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5" name="anim-4-46"/>
          <p:cNvSpPr/>
          <p:nvPr/>
        </p:nvSpPr>
        <p:spPr>
          <a:xfrm>
            <a:off x="6199632" y="1965960"/>
            <a:ext cx="585216" cy="585216"/>
          </a:xfrm>
          <a:prstGeom prst="ellipse">
            <a:avLst/>
          </a:prstGeom>
          <a:solidFill>
            <a:srgbClr val="1B1F3B"/>
          </a:solidFill>
          <a:ln w="1270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26" name="anim-4-4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2103120"/>
            <a:ext cx="310896" cy="310896"/>
          </a:xfrm>
          <a:prstGeom prst="rect">
            <a:avLst/>
          </a:prstGeom>
        </p:spPr>
      </p:pic>
      <p:sp>
        <p:nvSpPr>
          <p:cNvPr id="27" name="anim-4-46"/>
          <p:cNvSpPr txBox="1"/>
          <p:nvPr/>
        </p:nvSpPr>
        <p:spPr>
          <a:xfrm>
            <a:off x="5806440" y="267004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DOM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28" name="anim-4-46"/>
          <p:cNvSpPr txBox="1"/>
          <p:nvPr/>
        </p:nvSpPr>
        <p:spPr>
          <a:xfrm>
            <a:off x="7178040" y="1828800"/>
            <a:ext cx="411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E6CC8"/>
                </a:solidFill>
                <a:latin typeface="Cambria"/>
                <a:ea typeface="Cambria"/>
                <a:cs typeface="Calibri" pitchFamily="34" charset="-120"/>
              </a:rPr>
              <a:t>=</a:t>
            </a:r>
            <a:endParaRPr lang="en-US" sz="2400" dirty="0">
              <a:latin typeface="Cambria"/>
              <a:ea typeface="Cambria"/>
            </a:endParaRPr>
          </a:p>
        </p:txBody>
      </p:sp>
      <p:sp>
        <p:nvSpPr>
          <p:cNvPr id="29" name="anim-5-47"/>
          <p:cNvSpPr/>
          <p:nvPr/>
        </p:nvSpPr>
        <p:spPr>
          <a:xfrm>
            <a:off x="7589520" y="1828800"/>
            <a:ext cx="1097280" cy="1325880"/>
          </a:xfrm>
          <a:prstGeom prst="roundRect">
            <a:avLst>
              <a:gd name="adj" fmla="val 6667"/>
            </a:avLst>
          </a:prstGeom>
          <a:solidFill>
            <a:srgbClr val="663399"/>
          </a:solidFill>
          <a:ln w="9525">
            <a:solidFill>
              <a:srgbClr val="663399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0" name="anim-5-47"/>
          <p:cNvSpPr txBox="1"/>
          <p:nvPr/>
        </p:nvSpPr>
        <p:spPr>
          <a:xfrm>
            <a:off x="7589520" y="1828800"/>
            <a:ext cx="1097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DHTML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457200" y="3429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 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gives the structure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32" name="Text 25"/>
          <p:cNvSpPr txBox="1"/>
          <p:nvPr/>
        </p:nvSpPr>
        <p:spPr>
          <a:xfrm>
            <a:off x="4663440" y="3429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CSS 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gives the look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33" name="Text 26"/>
          <p:cNvSpPr txBox="1"/>
          <p:nvPr/>
        </p:nvSpPr>
        <p:spPr>
          <a:xfrm>
            <a:off x="457200" y="3794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JavaScript 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reacts to the user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34" name="Text 27"/>
          <p:cNvSpPr txBox="1"/>
          <p:nvPr/>
        </p:nvSpPr>
        <p:spPr>
          <a:xfrm>
            <a:off x="4663440" y="3794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DOM </a:t>
            </a:r>
            <a:r>
              <a:rPr lang="en-US" sz="12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lets JavaScript reach the page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35" name="Text 28"/>
          <p:cNvSpPr txBox="1"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Examples: a menu that opens on hover, a live password-strength meter, form errors shown as you type.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810243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DHTML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DHTML in our form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16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Goal: keep the </a:t>
            </a: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Signup</a:t>
            </a:r>
            <a:r>
              <a:rPr lang="en-US" sz="13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button disabled until the user ticks "I Agree Terms and Condition".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645920"/>
            <a:ext cx="4754880" cy="2971800"/>
          </a:xfrm>
          <a:prstGeom prst="roundRect">
            <a:avLst>
              <a:gd name="adj" fmla="val 2462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94360" y="17465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40664" y="17465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86968" y="17465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097280" y="17007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signup.html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594360" y="1975104"/>
            <a:ext cx="448056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&lt;input</a:t>
            </a:r>
            <a:r>
              <a:rPr lang="en-US" sz="10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"checkbox"</a:t>
            </a:r>
            <a:r>
              <a:rPr lang="en-US" sz="10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id</a:t>
            </a:r>
            <a:r>
              <a:rPr lang="en-US" sz="10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"Condition"</a:t>
            </a:r>
            <a:r>
              <a:rPr lang="en-US" sz="10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&lt;input</a:t>
            </a:r>
            <a:r>
              <a:rPr lang="en-US" sz="10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type</a:t>
            </a:r>
            <a:r>
              <a:rPr lang="en-US" sz="10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"submit"</a:t>
            </a:r>
            <a:r>
              <a:rPr lang="en-US" sz="10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id</a:t>
            </a:r>
            <a:r>
              <a:rPr lang="en-US" sz="10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"submit"</a:t>
            </a:r>
            <a:r>
              <a:rPr lang="en-US" sz="10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value</a:t>
            </a:r>
            <a:r>
              <a:rPr lang="en-US" sz="10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0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"Signup"</a:t>
            </a:r>
            <a:r>
              <a:rPr lang="en-US" sz="10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disabled</a:t>
            </a:r>
            <a:r>
              <a:rPr lang="en-US" sz="10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&lt;script&gt;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const agree = document.getElementById("Condition");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const btn   = document.getElementById("submit");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agree.addEventListener("change", () =&gt; {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btn.disabled = !agree.checked;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});</a:t>
            </a:r>
            <a:endParaRPr lang="en-US" sz="1000" dirty="0">
              <a:latin typeface="Cambria"/>
              <a:ea typeface="Cambria"/>
            </a:endParaRPr>
          </a:p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&lt;/script&gt;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5" name="anim-1-48"/>
          <p:cNvSpPr/>
          <p:nvPr/>
        </p:nvSpPr>
        <p:spPr>
          <a:xfrm>
            <a:off x="5440680" y="1645920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anim-1-48"/>
          <p:cNvSpPr/>
          <p:nvPr/>
        </p:nvSpPr>
        <p:spPr>
          <a:xfrm>
            <a:off x="5559552" y="1773936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7" name="anim-1-48"/>
          <p:cNvSpPr txBox="1"/>
          <p:nvPr/>
        </p:nvSpPr>
        <p:spPr>
          <a:xfrm>
            <a:off x="5559552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1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18" name="anim-1-48"/>
          <p:cNvSpPr txBox="1"/>
          <p:nvPr/>
        </p:nvSpPr>
        <p:spPr>
          <a:xfrm>
            <a:off x="6053328" y="17007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19" name="anim-1-48"/>
          <p:cNvSpPr txBox="1"/>
          <p:nvPr/>
        </p:nvSpPr>
        <p:spPr>
          <a:xfrm>
            <a:off x="6053328" y="19659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The checkbox and the disabled button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0" name="anim-2-49"/>
          <p:cNvSpPr/>
          <p:nvPr/>
        </p:nvSpPr>
        <p:spPr>
          <a:xfrm>
            <a:off x="5440680" y="2404872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1" name="anim-2-49"/>
          <p:cNvSpPr/>
          <p:nvPr/>
        </p:nvSpPr>
        <p:spPr>
          <a:xfrm>
            <a:off x="5559552" y="2532888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2" name="anim-2-49"/>
          <p:cNvSpPr txBox="1"/>
          <p:nvPr/>
        </p:nvSpPr>
        <p:spPr>
          <a:xfrm>
            <a:off x="5559552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2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3" name="anim-2-49"/>
          <p:cNvSpPr txBox="1"/>
          <p:nvPr/>
        </p:nvSpPr>
        <p:spPr>
          <a:xfrm>
            <a:off x="6053328" y="24597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DOM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4" name="anim-2-49"/>
          <p:cNvSpPr txBox="1"/>
          <p:nvPr/>
        </p:nvSpPr>
        <p:spPr>
          <a:xfrm>
            <a:off x="6053328" y="2724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getElementById finds both elements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5" name="anim-3-50"/>
          <p:cNvSpPr/>
          <p:nvPr/>
        </p:nvSpPr>
        <p:spPr>
          <a:xfrm>
            <a:off x="5440680" y="3163824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6" name="anim-3-50"/>
          <p:cNvSpPr/>
          <p:nvPr/>
        </p:nvSpPr>
        <p:spPr>
          <a:xfrm>
            <a:off x="5559552" y="3291840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7" name="anim-3-50"/>
          <p:cNvSpPr txBox="1"/>
          <p:nvPr/>
        </p:nvSpPr>
        <p:spPr>
          <a:xfrm>
            <a:off x="5559552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3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8" name="anim-3-50"/>
          <p:cNvSpPr txBox="1"/>
          <p:nvPr/>
        </p:nvSpPr>
        <p:spPr>
          <a:xfrm>
            <a:off x="6053328" y="3218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JavaScript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9" name="anim-3-50"/>
          <p:cNvSpPr txBox="1"/>
          <p:nvPr/>
        </p:nvSpPr>
        <p:spPr>
          <a:xfrm>
            <a:off x="6053328" y="3483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Runs when the checkbox changes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30" name="anim-4-51"/>
          <p:cNvSpPr/>
          <p:nvPr/>
        </p:nvSpPr>
        <p:spPr>
          <a:xfrm>
            <a:off x="5440680" y="3922776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1" name="anim-4-51"/>
          <p:cNvSpPr/>
          <p:nvPr/>
        </p:nvSpPr>
        <p:spPr>
          <a:xfrm>
            <a:off x="5559552" y="4050792"/>
            <a:ext cx="384048" cy="38404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2" name="anim-4-51"/>
          <p:cNvSpPr txBox="1"/>
          <p:nvPr/>
        </p:nvSpPr>
        <p:spPr>
          <a:xfrm>
            <a:off x="5559552" y="4050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4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33" name="anim-4-51"/>
          <p:cNvSpPr txBox="1"/>
          <p:nvPr/>
        </p:nvSpPr>
        <p:spPr>
          <a:xfrm>
            <a:off x="6053328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Result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34" name="anim-4-51"/>
          <p:cNvSpPr txBox="1"/>
          <p:nvPr/>
        </p:nvSpPr>
        <p:spPr>
          <a:xfrm>
            <a:off x="6053328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The button unlocks, with no page reload</a:t>
            </a:r>
            <a:endParaRPr lang="en-US" sz="10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4655966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SUMMARY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HTML, DOM, XML, XHTML, DHTML at a glance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17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457200" y="1234440"/>
          <a:ext cx="8229600" cy="285292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What it is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Main job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Tags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Strictness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</a:rPr>
                        <a:t>HTML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Markup language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Structure a web page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Predefined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Forgiving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</a:rPr>
                        <a:t>XML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Markup language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Store and carry data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You define them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Strict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</a:rPr>
                        <a:t>XHTML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HTML written as XML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Structure, with XML rules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Predefined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Strict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</a:rPr>
                        <a:t>DOM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Programming interface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Let scripts reach the page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n/a (a tree of nodes)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n/a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</a:rPr>
                        <a:t>DHTML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A combination of technologies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Make pages change live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Uses HTML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n/a</a:t>
                      </a:r>
                      <a:endParaRPr lang="en-US" sz="115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2555400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CHECK YOUR UNDERSTANDING · QUIZ 1</a:t>
            </a:r>
            <a:endParaRPr lang="en-US" sz="900" dirty="0">
              <a:latin typeface="Cambria"/>
              <a:ea typeface="Cambri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18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In our form, &lt;br&gt; appears on its own. Which XHTML rule does that break?</a:t>
            </a:r>
            <a:endParaRPr lang="en-US" sz="2100" dirty="0">
              <a:latin typeface="Cambria"/>
              <a:ea typeface="Cambria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Click an answer to check it.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Tags must be lowercase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A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Every element must be closed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B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Attribute values must be quoted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There must be one root element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</a:t>
            </a:r>
            <a:endParaRPr lang="en-US" sz="15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616865573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WORKED EXAMPLE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patient registration form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19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4572000" cy="3566160"/>
          </a:xfrm>
          <a:prstGeom prst="roundRect">
            <a:avLst>
              <a:gd name="adj" fmla="val 1538"/>
            </a:avLst>
          </a:prstGeom>
          <a:solidFill>
            <a:srgbClr val="F1F2F6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6928" y="11887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85800" y="11887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04672" y="1188720"/>
            <a:ext cx="73152" cy="73152"/>
          </a:xfrm>
          <a:prstGeom prst="ellipse">
            <a:avLst/>
          </a:prstGeom>
          <a:solidFill>
            <a:srgbClr val="C4C7D4"/>
          </a:solidFill>
          <a:ln w="12700">
            <a:solidFill>
              <a:srgbClr val="C4C7D4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5840" y="1152144"/>
            <a:ext cx="2011680" cy="155448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635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1097280" y="1156716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signup.html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93776" y="1371600"/>
            <a:ext cx="4498848" cy="3255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630936" y="14264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Registration Form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30936" y="1737360"/>
            <a:ext cx="2834640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704088" y="1682496"/>
            <a:ext cx="925373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722376" y="1673352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Personal Information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704088" y="181965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Name: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1801368" y="1819656"/>
            <a:ext cx="123444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828800" y="181965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A8A"/>
                </a:solidFill>
                <a:latin typeface="Cambria"/>
                <a:ea typeface="Cambria"/>
                <a:cs typeface="Arial" pitchFamily="34" charset="-120"/>
              </a:rPr>
              <a:t>Enter Your Name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704088" y="198424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Age: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801368" y="1984248"/>
            <a:ext cx="123444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1828800" y="19842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A8A"/>
                </a:solidFill>
                <a:latin typeface="Cambria"/>
                <a:ea typeface="Cambria"/>
                <a:cs typeface="Arial" pitchFamily="34" charset="-120"/>
              </a:rPr>
              <a:t>Enter your Age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2898648" y="1984248"/>
            <a:ext cx="118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555555"/>
                </a:solidFill>
                <a:latin typeface="Cambria"/>
                <a:ea typeface="Cambria"/>
                <a:cs typeface="Arial" pitchFamily="34" charset="-120"/>
              </a:rPr>
              <a:t>⬍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704088" y="21488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Email: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801368" y="2148840"/>
            <a:ext cx="123444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1828800" y="214884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A8A"/>
                </a:solidFill>
                <a:latin typeface="Cambria"/>
                <a:ea typeface="Cambria"/>
                <a:cs typeface="Arial" pitchFamily="34" charset="-120"/>
              </a:rPr>
              <a:t>Enter your Email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704088" y="231343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Gender: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801368" y="2331720"/>
            <a:ext cx="91440" cy="91440"/>
          </a:xfrm>
          <a:prstGeom prst="ellipse">
            <a:avLst/>
          </a:prstGeom>
          <a:solidFill>
            <a:srgbClr val="0B57D0"/>
          </a:solidFill>
          <a:ln w="9525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1911096" y="23134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Male</a:t>
            </a:r>
            <a:endParaRPr lang="en-US" sz="600" dirty="0">
              <a:latin typeface="Cambria"/>
              <a:ea typeface="Cambria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2304288" y="2331720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2414016" y="231343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Female</a:t>
            </a:r>
            <a:endParaRPr lang="en-US" sz="600" dirty="0">
              <a:latin typeface="Cambria"/>
              <a:ea typeface="Cambria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704088" y="247802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Prescription: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801368" y="2478024"/>
            <a:ext cx="502920" cy="128016"/>
          </a:xfrm>
          <a:prstGeom prst="roundRect">
            <a:avLst>
              <a:gd name="adj" fmla="val 21429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6" name="Text 33"/>
          <p:cNvSpPr txBox="1"/>
          <p:nvPr/>
        </p:nvSpPr>
        <p:spPr>
          <a:xfrm>
            <a:off x="1801368" y="2478024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Choose File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37" name="Text 34"/>
          <p:cNvSpPr txBox="1"/>
          <p:nvPr/>
        </p:nvSpPr>
        <p:spPr>
          <a:xfrm>
            <a:off x="2350008" y="247802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No file chosen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704088" y="264261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DOB: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1801368" y="2642616"/>
            <a:ext cx="91440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1828800" y="264261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mm/dd/yyyy   ▦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704088" y="28072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Address: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1801368" y="2807208"/>
            <a:ext cx="100584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1828800" y="2816352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A8A"/>
                </a:solidFill>
                <a:latin typeface="Cambria"/>
                <a:ea typeface="Cambria"/>
                <a:cs typeface="Arial" pitchFamily="34" charset="-120"/>
              </a:rPr>
              <a:t>Your Text Here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704088" y="31363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Citizenship: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1801368" y="3136392"/>
            <a:ext cx="118872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46" name="Text 43"/>
          <p:cNvSpPr txBox="1"/>
          <p:nvPr/>
        </p:nvSpPr>
        <p:spPr>
          <a:xfrm>
            <a:off x="1828800" y="31363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-- Select Country --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2871216" y="3136392"/>
            <a:ext cx="1097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▾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48" name="Text 45"/>
          <p:cNvSpPr txBox="1"/>
          <p:nvPr/>
        </p:nvSpPr>
        <p:spPr>
          <a:xfrm>
            <a:off x="704088" y="330098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Selected Doctor Dept: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1801368" y="3319272"/>
            <a:ext cx="91440" cy="91440"/>
          </a:xfrm>
          <a:prstGeom prst="rect">
            <a:avLst/>
          </a:prstGeom>
          <a:solidFill>
            <a:srgbClr val="0B57D0"/>
          </a:solidFill>
          <a:ln w="9525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0" name="Text 47"/>
          <p:cNvSpPr txBox="1"/>
          <p:nvPr/>
        </p:nvSpPr>
        <p:spPr>
          <a:xfrm>
            <a:off x="1801368" y="3310128"/>
            <a:ext cx="91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mbria"/>
                <a:ea typeface="Cambria"/>
                <a:cs typeface="Arial" pitchFamily="34" charset="-120"/>
              </a:rPr>
              <a:t>✓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51" name="Text 48"/>
          <p:cNvSpPr txBox="1"/>
          <p:nvPr/>
        </p:nvSpPr>
        <p:spPr>
          <a:xfrm>
            <a:off x="1929384" y="3300984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Medicine</a:t>
            </a:r>
            <a:endParaRPr lang="en-US" sz="600" dirty="0">
              <a:latin typeface="Cambria"/>
              <a:ea typeface="Cambria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630936" y="3639312"/>
            <a:ext cx="28346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704088" y="3584448"/>
            <a:ext cx="427939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4" name="Text 51"/>
          <p:cNvSpPr txBox="1"/>
          <p:nvPr/>
        </p:nvSpPr>
        <p:spPr>
          <a:xfrm>
            <a:off x="722376" y="357530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User Profile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55" name="Text 52"/>
          <p:cNvSpPr txBox="1"/>
          <p:nvPr/>
        </p:nvSpPr>
        <p:spPr>
          <a:xfrm>
            <a:off x="704088" y="372160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User Name: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1801368" y="3721608"/>
            <a:ext cx="123444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7" name="Text 54"/>
          <p:cNvSpPr txBox="1"/>
          <p:nvPr/>
        </p:nvSpPr>
        <p:spPr>
          <a:xfrm>
            <a:off x="704088" y="38862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Password: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1801368" y="3886200"/>
            <a:ext cx="123444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9" name="Text 56"/>
          <p:cNvSpPr txBox="1"/>
          <p:nvPr/>
        </p:nvSpPr>
        <p:spPr>
          <a:xfrm>
            <a:off x="1828800" y="388620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••••••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60" name="Text 57"/>
          <p:cNvSpPr txBox="1"/>
          <p:nvPr/>
        </p:nvSpPr>
        <p:spPr>
          <a:xfrm>
            <a:off x="704088" y="405079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Confirm Password: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1801368" y="4050792"/>
            <a:ext cx="123444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630936" y="4370832"/>
            <a:ext cx="91440" cy="91440"/>
          </a:xfrm>
          <a:prstGeom prst="rect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63" name="Text 60"/>
          <p:cNvSpPr txBox="1"/>
          <p:nvPr/>
        </p:nvSpPr>
        <p:spPr>
          <a:xfrm>
            <a:off x="758952" y="435254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F0000"/>
                </a:solidFill>
                <a:latin typeface="Cambria"/>
                <a:ea typeface="Cambria"/>
                <a:cs typeface="Times New Roman" pitchFamily="34" charset="-120"/>
              </a:rPr>
              <a:t>I Agree Terms and Condition *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630936" y="4535424"/>
            <a:ext cx="457200" cy="146304"/>
          </a:xfrm>
          <a:prstGeom prst="roundRect">
            <a:avLst>
              <a:gd name="adj" fmla="val 18750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65" name="Text 62"/>
          <p:cNvSpPr txBox="1"/>
          <p:nvPr/>
        </p:nvSpPr>
        <p:spPr>
          <a:xfrm>
            <a:off x="630936" y="45354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Signup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1133856" y="4535424"/>
            <a:ext cx="457200" cy="146304"/>
          </a:xfrm>
          <a:prstGeom prst="roundRect">
            <a:avLst>
              <a:gd name="adj" fmla="val 18750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67" name="Text 64"/>
          <p:cNvSpPr txBox="1"/>
          <p:nvPr/>
        </p:nvSpPr>
        <p:spPr>
          <a:xfrm>
            <a:off x="1133856" y="45354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Reset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3557016" y="1737360"/>
            <a:ext cx="201168" cy="20116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69" name="Text 66"/>
          <p:cNvSpPr txBox="1"/>
          <p:nvPr/>
        </p:nvSpPr>
        <p:spPr>
          <a:xfrm>
            <a:off x="3557016" y="1737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1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3099816" y="1783080"/>
            <a:ext cx="201168" cy="20116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1" name="Text 68"/>
          <p:cNvSpPr txBox="1"/>
          <p:nvPr/>
        </p:nvSpPr>
        <p:spPr>
          <a:xfrm>
            <a:off x="3099816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2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3099816" y="2112264"/>
            <a:ext cx="201168" cy="20116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3" name="Text 70"/>
          <p:cNvSpPr txBox="1"/>
          <p:nvPr/>
        </p:nvSpPr>
        <p:spPr>
          <a:xfrm>
            <a:off x="3099816" y="21122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3099816" y="2276856"/>
            <a:ext cx="201168" cy="20116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5" name="Text 72"/>
          <p:cNvSpPr txBox="1"/>
          <p:nvPr/>
        </p:nvSpPr>
        <p:spPr>
          <a:xfrm>
            <a:off x="3099816" y="2276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4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3099816" y="2852928"/>
            <a:ext cx="201168" cy="20116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7" name="Text 74"/>
          <p:cNvSpPr txBox="1"/>
          <p:nvPr/>
        </p:nvSpPr>
        <p:spPr>
          <a:xfrm>
            <a:off x="3099816" y="28529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5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3099816" y="3099816"/>
            <a:ext cx="201168" cy="201168"/>
          </a:xfrm>
          <a:prstGeom prst="ellipse">
            <a:avLst/>
          </a:prstGeom>
          <a:solidFill>
            <a:srgbClr val="66339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9" name="Text 76"/>
          <p:cNvSpPr txBox="1"/>
          <p:nvPr/>
        </p:nvSpPr>
        <p:spPr>
          <a:xfrm>
            <a:off x="3099816" y="3099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6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0" name="Text 77"/>
          <p:cNvSpPr txBox="1"/>
          <p:nvPr/>
        </p:nvSpPr>
        <p:spPr>
          <a:xfrm>
            <a:off x="5303520" y="10972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b="1" kern="0" spc="1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CLICK A PART TO EXPLORE IT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81" name="btn">
            <a:hlinkClick r:id="" action="ppaction://noaction"/>
          </p:cNvPr>
          <p:cNvSpPr/>
          <p:nvPr/>
        </p:nvSpPr>
        <p:spPr>
          <a:xfrm>
            <a:off x="5303520" y="13716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0" rIns="1270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3399"/>
                </a:solidFill>
                <a:latin typeface="Cambria"/>
                <a:ea typeface="Cambria"/>
              </a:rPr>
              <a:t>1</a:t>
            </a: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</a:rPr>
              <a:t>     &lt;form&gt;, &lt;fieldset&gt;, &lt;legend&gt;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82" name="btn">
            <a:hlinkClick r:id="" action="ppaction://noaction"/>
          </p:cNvPr>
          <p:cNvSpPr/>
          <p:nvPr/>
        </p:nvSpPr>
        <p:spPr>
          <a:xfrm>
            <a:off x="5303520" y="192024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0" rIns="1270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3399"/>
                </a:solidFill>
                <a:latin typeface="Cambria"/>
                <a:ea typeface="Cambria"/>
              </a:rPr>
              <a:t>2</a:t>
            </a: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</a:rPr>
              <a:t>     &lt;table&gt; and &lt;label&gt;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83" name="btn">
            <a:hlinkClick r:id="" action="ppaction://noaction"/>
          </p:cNvPr>
          <p:cNvSpPr/>
          <p:nvPr/>
        </p:nvSpPr>
        <p:spPr>
          <a:xfrm>
            <a:off x="5303520" y="246888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0" rIns="1270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3399"/>
                </a:solidFill>
                <a:latin typeface="Cambria"/>
                <a:ea typeface="Cambria"/>
              </a:rPr>
              <a:t>3</a:t>
            </a: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</a:rPr>
              <a:t>     &lt;input&gt; types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84" name="btn">
            <a:hlinkClick r:id="" action="ppaction://noaction"/>
          </p:cNvPr>
          <p:cNvSpPr/>
          <p:nvPr/>
        </p:nvSpPr>
        <p:spPr>
          <a:xfrm>
            <a:off x="5303520" y="301752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0" rIns="1270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3399"/>
                </a:solidFill>
                <a:latin typeface="Cambria"/>
                <a:ea typeface="Cambria"/>
              </a:rPr>
              <a:t>4</a:t>
            </a: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</a:rPr>
              <a:t>     Radio buttons and checkboxes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85" name="btn">
            <a:hlinkClick r:id="" action="ppaction://noaction"/>
          </p:cNvPr>
          <p:cNvSpPr/>
          <p:nvPr/>
        </p:nvSpPr>
        <p:spPr>
          <a:xfrm>
            <a:off x="5303520" y="356616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0" rIns="1270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3399"/>
                </a:solidFill>
                <a:latin typeface="Cambria"/>
                <a:ea typeface="Cambria"/>
              </a:rPr>
              <a:t>5</a:t>
            </a: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</a:rPr>
              <a:t>     &lt;textarea&gt; and &lt;select&gt;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86" name="btn">
            <a:hlinkClick r:id="" action="ppaction://noaction"/>
          </p:cNvPr>
          <p:cNvSpPr/>
          <p:nvPr/>
        </p:nvSpPr>
        <p:spPr>
          <a:xfrm>
            <a:off x="5303520" y="411480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0" rIns="12700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63399"/>
                </a:solidFill>
                <a:latin typeface="Cambria"/>
                <a:ea typeface="Cambria"/>
              </a:rPr>
              <a:t>6</a:t>
            </a:r>
            <a:r>
              <a:rPr lang="en-US" sz="1200" b="1" dirty="0">
                <a:solidFill>
                  <a:srgbClr val="1B1F3B"/>
                </a:solidFill>
                <a:latin typeface="Cambria"/>
                <a:ea typeface="Cambria"/>
              </a:rPr>
              <a:t>     Key attributes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87" name="Text 84"/>
          <p:cNvSpPr txBox="1"/>
          <p:nvPr/>
        </p:nvSpPr>
        <p:spPr>
          <a:xfrm>
            <a:off x="5303520" y="45720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Drawn to match what the code renders in Chrome.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364788144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WORKED EXAMPLE · REGISTRATION FORM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&lt;form&gt;, &lt;fieldset&gt;, and &lt;legend&gt;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20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206240" cy="2514600"/>
          </a:xfrm>
          <a:prstGeom prst="roundRect">
            <a:avLst>
              <a:gd name="adj" fmla="val 290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signup.html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3931920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&lt;form&gt;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&lt;fieldset&gt;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&lt;legend&gt;</a:t>
            </a: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Patient Personal Information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&lt;/legend&gt;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&lt;table&gt;</a:t>
            </a: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...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&lt;/table&gt;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&lt;/fieldset&gt;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&lt;fieldset&gt;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&lt;legend&gt;</a:t>
            </a: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User Profile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&lt;/legend&gt;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&lt;table&gt;</a:t>
            </a: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...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&lt;/table&gt;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&lt;/fieldset&gt;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&lt;input</a:t>
            </a:r>
            <a:r>
              <a:rPr lang="en-US" sz="9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"submit"</a:t>
            </a:r>
            <a:r>
              <a:rPr lang="en-US" sz="9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value</a:t>
            </a:r>
            <a:r>
              <a:rPr lang="en-US" sz="9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"Signup"</a:t>
            </a: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950" dirty="0">
              <a:latin typeface="Cambria"/>
              <a:ea typeface="Cambria"/>
            </a:endParaRPr>
          </a:p>
          <a:p>
            <a:pPr marL="0" indent="0">
              <a:lnSpc>
                <a:spcPts val="1140"/>
              </a:lnSpc>
              <a:buNone/>
            </a:pPr>
            <a:r>
              <a:rPr lang="en-US" sz="9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&lt;/form&gt;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3977640"/>
            <a:ext cx="40233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1792" y="3922776"/>
            <a:ext cx="925373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640080" y="3913632"/>
            <a:ext cx="1024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Personal Information</a:t>
            </a:r>
            <a:endParaRPr lang="en-US" sz="650" dirty="0">
              <a:latin typeface="Cambria"/>
              <a:ea typeface="Cambria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685800" y="4114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Patient Name:   [ Enter Your Name ]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18" name="anim-1-52"/>
          <p:cNvSpPr/>
          <p:nvPr/>
        </p:nvSpPr>
        <p:spPr>
          <a:xfrm>
            <a:off x="4937760" y="118872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9" name="anim-1-52"/>
          <p:cNvSpPr txBox="1"/>
          <p:nvPr/>
        </p:nvSpPr>
        <p:spPr>
          <a:xfrm>
            <a:off x="5102352" y="12618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&lt;form&gt;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20" name="anim-1-52"/>
          <p:cNvSpPr txBox="1"/>
          <p:nvPr/>
        </p:nvSpPr>
        <p:spPr>
          <a:xfrm>
            <a:off x="5102352" y="151790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container for all the input fields. When submitted, their data is sent to the server.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1" name="anim-2-53"/>
          <p:cNvSpPr/>
          <p:nvPr/>
        </p:nvSpPr>
        <p:spPr>
          <a:xfrm>
            <a:off x="4937760" y="205740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2" name="anim-2-53"/>
          <p:cNvSpPr txBox="1"/>
          <p:nvPr/>
        </p:nvSpPr>
        <p:spPr>
          <a:xfrm>
            <a:off x="5102352" y="21305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&lt;fieldset&gt;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23" name="anim-2-53"/>
          <p:cNvSpPr txBox="1"/>
          <p:nvPr/>
        </p:nvSpPr>
        <p:spPr>
          <a:xfrm>
            <a:off x="5102352" y="238658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Groups related fields and draws a border around them.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4" name="anim-3-54"/>
          <p:cNvSpPr/>
          <p:nvPr/>
        </p:nvSpPr>
        <p:spPr>
          <a:xfrm>
            <a:off x="4937760" y="2926080"/>
            <a:ext cx="3749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5" name="anim-3-54"/>
          <p:cNvSpPr txBox="1"/>
          <p:nvPr/>
        </p:nvSpPr>
        <p:spPr>
          <a:xfrm>
            <a:off x="5102352" y="299923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&lt;legend&gt;</a:t>
            </a:r>
            <a:endParaRPr lang="en-US" sz="1250" dirty="0">
              <a:latin typeface="Cambria"/>
              <a:ea typeface="Cambria"/>
            </a:endParaRPr>
          </a:p>
        </p:txBody>
      </p:sp>
      <p:sp>
        <p:nvSpPr>
          <p:cNvPr id="26" name="anim-3-54"/>
          <p:cNvSpPr txBox="1"/>
          <p:nvPr/>
        </p:nvSpPr>
        <p:spPr>
          <a:xfrm>
            <a:off x="5102352" y="325526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caption printed on the fieldset border.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937760" y="3840480"/>
            <a:ext cx="3749040" cy="777240"/>
          </a:xfrm>
          <a:prstGeom prst="roundRect">
            <a:avLst>
              <a:gd name="adj" fmla="val 9412"/>
            </a:avLst>
          </a:prstGeom>
          <a:solidFill>
            <a:srgbClr val="FCF3DE"/>
          </a:solidFill>
          <a:ln w="9525">
            <a:solidFill>
              <a:srgbClr val="FCF3D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5074920" y="384048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98A12"/>
                </a:solidFill>
                <a:latin typeface="Cambria"/>
                <a:ea typeface="Cambria"/>
                <a:cs typeface="Calibri" pitchFamily="34" charset="-120"/>
              </a:rPr>
              <a:t>Improve it: </a:t>
            </a:r>
            <a:r>
              <a:rPr lang="en-US" sz="950" dirty="0">
                <a:solidFill>
                  <a:srgbClr val="1B1F3B"/>
                </a:solidFill>
                <a:latin typeface="Cambria"/>
                <a:ea typeface="Cambria"/>
                <a:cs typeface="Courier New" pitchFamily="34" charset="-120"/>
              </a:rPr>
              <a:t>&lt;form action="register.php" method="post"&gt;</a:t>
            </a: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says where and how the data is sent.</a:t>
            </a:r>
            <a:endParaRPr lang="en-US" sz="11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8615119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WORKED EXAMPLE · REGISTRATION FORM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Labels and the table layout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21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signup.html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45720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&lt;table&gt;</a:t>
            </a:r>
            <a:endParaRPr lang="en-US" sz="850" dirty="0">
              <a:latin typeface="Cambria"/>
              <a:ea typeface="Cambria"/>
            </a:endParaRPr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&lt;tr&gt;</a:t>
            </a:r>
            <a:endParaRPr lang="en-US" sz="850" dirty="0">
              <a:latin typeface="Cambria"/>
              <a:ea typeface="Cambria"/>
            </a:endParaRPr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&lt;td&gt;&lt;label</a:t>
            </a: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for</a:t>
            </a: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"PatientName"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Patient Name: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&lt;/label&gt;&lt;/td&gt;</a:t>
            </a:r>
            <a:endParaRPr lang="en-US" sz="850" dirty="0">
              <a:latin typeface="Cambria"/>
              <a:ea typeface="Cambria"/>
            </a:endParaRPr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&lt;td&gt;&lt;input</a:t>
            </a: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"text"</a:t>
            </a:r>
            <a:r>
              <a:rPr lang="en-US" sz="8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id</a:t>
            </a: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"PatientName"</a:t>
            </a:r>
            <a:r>
              <a:rPr lang="en-US" sz="8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name</a:t>
            </a: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"PatientName"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&gt;&lt;/td&gt;</a:t>
            </a:r>
            <a:endParaRPr lang="en-US" sz="850" dirty="0">
              <a:latin typeface="Cambria"/>
              <a:ea typeface="Cambria"/>
            </a:endParaRPr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&lt;/tr&gt;</a:t>
            </a:r>
            <a:endParaRPr lang="en-US" sz="850" dirty="0">
              <a:latin typeface="Cambria"/>
              <a:ea typeface="Cambria"/>
            </a:endParaRPr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&lt;/table&gt;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324612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548640" y="3246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for="PatientName"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474720" y="324612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F1ECFA"/>
          </a:solidFill>
          <a:ln w="12700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3474720" y="32461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id="PatientName"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2331720" y="3401568"/>
            <a:ext cx="1097280" cy="914"/>
          </a:xfrm>
          <a:prstGeom prst="line">
            <a:avLst/>
          </a:prstGeom>
          <a:noFill/>
          <a:ln w="25400">
            <a:solidFill>
              <a:srgbClr val="663399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2331720" y="30632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must match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548640" y="3703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Clicking the label now puts the cursor in the field, and screen readers read the label aloud.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1" name="anim-1-55"/>
          <p:cNvSpPr/>
          <p:nvPr/>
        </p:nvSpPr>
        <p:spPr>
          <a:xfrm>
            <a:off x="5532120" y="118872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2" name="anim-1-55"/>
          <p:cNvSpPr txBox="1"/>
          <p:nvPr/>
        </p:nvSpPr>
        <p:spPr>
          <a:xfrm>
            <a:off x="5687568" y="1280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&lt;table&gt; &lt;tr&gt; &lt;td&gt;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3" name="anim-1-55"/>
          <p:cNvSpPr txBox="1"/>
          <p:nvPr/>
        </p:nvSpPr>
        <p:spPr>
          <a:xfrm>
            <a:off x="5687568" y="1572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table with rows (tr) and cells (td) lines up the labels and the fields in two columns.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4" name="anim-2-56"/>
          <p:cNvSpPr/>
          <p:nvPr/>
        </p:nvSpPr>
        <p:spPr>
          <a:xfrm>
            <a:off x="5532120" y="233172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5" name="anim-2-56"/>
          <p:cNvSpPr txBox="1"/>
          <p:nvPr/>
        </p:nvSpPr>
        <p:spPr>
          <a:xfrm>
            <a:off x="5687568" y="2423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&lt;label for&gt;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6" name="anim-2-56"/>
          <p:cNvSpPr txBox="1"/>
          <p:nvPr/>
        </p:nvSpPr>
        <p:spPr>
          <a:xfrm>
            <a:off x="5687568" y="2715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Connects a caption to the field whose id matches.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7" name="anim-3-57"/>
          <p:cNvSpPr/>
          <p:nvPr/>
        </p:nvSpPr>
        <p:spPr>
          <a:xfrm>
            <a:off x="5532120" y="3474720"/>
            <a:ext cx="31546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8" name="anim-3-57"/>
          <p:cNvSpPr txBox="1"/>
          <p:nvPr/>
        </p:nvSpPr>
        <p:spPr>
          <a:xfrm>
            <a:off x="5687568" y="35661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id vs name</a:t>
            </a:r>
            <a:endParaRPr lang="en-US" sz="1200" dirty="0">
              <a:latin typeface="Cambria"/>
              <a:ea typeface="Cambria"/>
            </a:endParaRPr>
          </a:p>
        </p:txBody>
      </p:sp>
      <p:sp>
        <p:nvSpPr>
          <p:cNvPr id="29" name="anim-3-57"/>
          <p:cNvSpPr txBox="1"/>
          <p:nvPr/>
        </p:nvSpPr>
        <p:spPr>
          <a:xfrm>
            <a:off x="5687568" y="3858768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id identifies the element for labels, CSS, and JavaScript. name is the key sent to the server.</a:t>
            </a:r>
            <a:endParaRPr lang="en-US" sz="10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0209031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WORKED EXAMPLE · REGISTRATION FORM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input types used in the form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22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66928" y="131673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66928" y="13167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type="text"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66928" y="164592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Patient Name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548640" y="2103120"/>
            <a:ext cx="1335024" cy="530352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98932" y="2304288"/>
            <a:ext cx="123444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626364" y="23042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A8A"/>
                </a:solidFill>
                <a:latin typeface="Cambria"/>
                <a:ea typeface="Cambria"/>
                <a:cs typeface="Arial" pitchFamily="34" charset="-120"/>
              </a:rPr>
              <a:t>Enter Your Name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2139696" y="118872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2249424" y="131673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2249424" y="13167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type="number"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2249424" y="164592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Patient Age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2231136" y="2103120"/>
            <a:ext cx="1335024" cy="530352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2281428" y="2304288"/>
            <a:ext cx="123444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2308860" y="23042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A8A"/>
                </a:solidFill>
                <a:latin typeface="Cambria"/>
                <a:ea typeface="Cambria"/>
                <a:cs typeface="Arial" pitchFamily="34" charset="-120"/>
              </a:rPr>
              <a:t>Enter your Age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3378708" y="2304288"/>
            <a:ext cx="118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555555"/>
                </a:solidFill>
                <a:latin typeface="Cambria"/>
                <a:ea typeface="Cambria"/>
                <a:cs typeface="Arial" pitchFamily="34" charset="-120"/>
              </a:rPr>
              <a:t>⬍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3822192" y="118872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931920" y="131673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3931920" y="13167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type="email"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3931920" y="164592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Checks for an @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913632" y="2103120"/>
            <a:ext cx="1335024" cy="530352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963924" y="2304288"/>
            <a:ext cx="123444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3991356" y="23042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8A8A8A"/>
                </a:solidFill>
                <a:latin typeface="Cambria"/>
                <a:ea typeface="Cambria"/>
                <a:cs typeface="Arial" pitchFamily="34" charset="-120"/>
              </a:rPr>
              <a:t>Enter your Email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5504688" y="118872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614416" y="131673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5614416" y="13167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type="password"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5614416" y="164592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Hides what you type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596128" y="2103120"/>
            <a:ext cx="1335024" cy="530352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5646420" y="2304288"/>
            <a:ext cx="123444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6" name="Text 33"/>
          <p:cNvSpPr txBox="1"/>
          <p:nvPr/>
        </p:nvSpPr>
        <p:spPr>
          <a:xfrm>
            <a:off x="5673852" y="230428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••••••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7187184" y="118872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7296912" y="131673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9" name="Text 36"/>
          <p:cNvSpPr txBox="1"/>
          <p:nvPr/>
        </p:nvSpPr>
        <p:spPr>
          <a:xfrm>
            <a:off x="7296912" y="131673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type="date"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7296912" y="164592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Picks a date of birth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7278624" y="2103120"/>
            <a:ext cx="1335024" cy="530352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7488936" y="2304288"/>
            <a:ext cx="914400" cy="1280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7516368" y="2304288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mm/dd/yyyy   ▦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457200" y="292608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566928" y="305409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46" name="Text 43"/>
          <p:cNvSpPr txBox="1"/>
          <p:nvPr/>
        </p:nvSpPr>
        <p:spPr>
          <a:xfrm>
            <a:off x="566928" y="30540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type="file"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566928" y="338328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Uploads a prescription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548640" y="3840480"/>
            <a:ext cx="1335024" cy="530352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576072" y="4041648"/>
            <a:ext cx="502920" cy="128016"/>
          </a:xfrm>
          <a:prstGeom prst="roundRect">
            <a:avLst>
              <a:gd name="adj" fmla="val 21429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0" name="Text 47"/>
          <p:cNvSpPr txBox="1"/>
          <p:nvPr/>
        </p:nvSpPr>
        <p:spPr>
          <a:xfrm>
            <a:off x="576072" y="4041648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Choose File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51" name="Text 48"/>
          <p:cNvSpPr txBox="1"/>
          <p:nvPr/>
        </p:nvSpPr>
        <p:spPr>
          <a:xfrm>
            <a:off x="1124712" y="404164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No file chosen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2139696" y="292608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2249424" y="305409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4" name="Text 51"/>
          <p:cNvSpPr txBox="1"/>
          <p:nvPr/>
        </p:nvSpPr>
        <p:spPr>
          <a:xfrm>
            <a:off x="2249424" y="30540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type="radio"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55" name="Text 52"/>
          <p:cNvSpPr txBox="1"/>
          <p:nvPr/>
        </p:nvSpPr>
        <p:spPr>
          <a:xfrm>
            <a:off x="2249424" y="338328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Pick one gender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2231136" y="3840480"/>
            <a:ext cx="1335024" cy="530352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2418588" y="4059936"/>
            <a:ext cx="91440" cy="91440"/>
          </a:xfrm>
          <a:prstGeom prst="ellipse">
            <a:avLst/>
          </a:prstGeom>
          <a:solidFill>
            <a:srgbClr val="0B57D0"/>
          </a:solidFill>
          <a:ln w="9525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8" name="Text 55"/>
          <p:cNvSpPr txBox="1"/>
          <p:nvPr/>
        </p:nvSpPr>
        <p:spPr>
          <a:xfrm>
            <a:off x="2528316" y="404164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Male</a:t>
            </a:r>
            <a:endParaRPr lang="en-US" sz="600" dirty="0">
              <a:latin typeface="Cambria"/>
              <a:ea typeface="Cambria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2921508" y="4059936"/>
            <a:ext cx="91440" cy="9144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60" name="Text 57"/>
          <p:cNvSpPr txBox="1"/>
          <p:nvPr/>
        </p:nvSpPr>
        <p:spPr>
          <a:xfrm>
            <a:off x="3031236" y="4041648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Female</a:t>
            </a:r>
            <a:endParaRPr lang="en-US" sz="600" dirty="0">
              <a:latin typeface="Cambria"/>
              <a:ea typeface="Cambria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3822192" y="292608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3931920" y="305409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63" name="Text 60"/>
          <p:cNvSpPr txBox="1"/>
          <p:nvPr/>
        </p:nvSpPr>
        <p:spPr>
          <a:xfrm>
            <a:off x="3931920" y="30540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type="checkbox"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64" name="Text 61"/>
          <p:cNvSpPr txBox="1"/>
          <p:nvPr/>
        </p:nvSpPr>
        <p:spPr>
          <a:xfrm>
            <a:off x="3931920" y="338328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Tick a department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3913632" y="3840480"/>
            <a:ext cx="1335024" cy="530352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4151376" y="4059936"/>
            <a:ext cx="91440" cy="91440"/>
          </a:xfrm>
          <a:prstGeom prst="rect">
            <a:avLst/>
          </a:prstGeom>
          <a:solidFill>
            <a:srgbClr val="0B57D0"/>
          </a:solidFill>
          <a:ln w="9525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67" name="Text 64"/>
          <p:cNvSpPr txBox="1"/>
          <p:nvPr/>
        </p:nvSpPr>
        <p:spPr>
          <a:xfrm>
            <a:off x="4151376" y="4050792"/>
            <a:ext cx="9144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FFFFFF"/>
                </a:solidFill>
                <a:latin typeface="Cambria"/>
                <a:ea typeface="Cambria"/>
                <a:cs typeface="Arial" pitchFamily="34" charset="-120"/>
              </a:rPr>
              <a:t>✓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68" name="Text 65"/>
          <p:cNvSpPr txBox="1"/>
          <p:nvPr/>
        </p:nvSpPr>
        <p:spPr>
          <a:xfrm>
            <a:off x="4279392" y="404164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Medicine</a:t>
            </a:r>
            <a:endParaRPr lang="en-US" sz="600" dirty="0">
              <a:latin typeface="Cambria"/>
              <a:ea typeface="Cambria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5504688" y="292608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5614416" y="305409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1" name="Text 68"/>
          <p:cNvSpPr txBox="1"/>
          <p:nvPr/>
        </p:nvSpPr>
        <p:spPr>
          <a:xfrm>
            <a:off x="5614416" y="30540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type="submit"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72" name="Text 69"/>
          <p:cNvSpPr txBox="1"/>
          <p:nvPr/>
        </p:nvSpPr>
        <p:spPr>
          <a:xfrm>
            <a:off x="5614416" y="338328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Sends the form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5596128" y="3840480"/>
            <a:ext cx="1335024" cy="530352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6035040" y="4041648"/>
            <a:ext cx="457200" cy="146304"/>
          </a:xfrm>
          <a:prstGeom prst="roundRect">
            <a:avLst>
              <a:gd name="adj" fmla="val 18750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5" name="Text 72"/>
          <p:cNvSpPr txBox="1"/>
          <p:nvPr/>
        </p:nvSpPr>
        <p:spPr>
          <a:xfrm>
            <a:off x="6035040" y="40416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Signup</a:t>
            </a:r>
            <a:endParaRPr lang="en-US" sz="550" dirty="0">
              <a:latin typeface="Cambria"/>
              <a:ea typeface="Cambria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7187184" y="2926080"/>
            <a:ext cx="1517904" cy="1572768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7" name="Shape 74"/>
          <p:cNvSpPr/>
          <p:nvPr/>
        </p:nvSpPr>
        <p:spPr>
          <a:xfrm>
            <a:off x="7296912" y="3054096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8" name="Text 75"/>
          <p:cNvSpPr txBox="1"/>
          <p:nvPr/>
        </p:nvSpPr>
        <p:spPr>
          <a:xfrm>
            <a:off x="7296912" y="30540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mbria"/>
                <a:ea typeface="Cambria"/>
                <a:cs typeface="Courier New" pitchFamily="34" charset="-120"/>
              </a:rPr>
              <a:t>type="reset"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79" name="Text 76"/>
          <p:cNvSpPr txBox="1"/>
          <p:nvPr/>
        </p:nvSpPr>
        <p:spPr>
          <a:xfrm>
            <a:off x="7296912" y="338328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Clears every field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7278624" y="3840480"/>
            <a:ext cx="1335024" cy="530352"/>
          </a:xfrm>
          <a:prstGeom prst="rect">
            <a:avLst/>
          </a:prstGeom>
          <a:solidFill>
            <a:srgbClr val="F7F8FB"/>
          </a:solidFill>
          <a:ln w="12700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81" name="Shape 78"/>
          <p:cNvSpPr/>
          <p:nvPr/>
        </p:nvSpPr>
        <p:spPr>
          <a:xfrm>
            <a:off x="7717536" y="4041648"/>
            <a:ext cx="457200" cy="146304"/>
          </a:xfrm>
          <a:prstGeom prst="roundRect">
            <a:avLst>
              <a:gd name="adj" fmla="val 18750"/>
            </a:avLst>
          </a:prstGeom>
          <a:solidFill>
            <a:srgbClr val="EFEFE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82" name="Text 79"/>
          <p:cNvSpPr txBox="1"/>
          <p:nvPr/>
        </p:nvSpPr>
        <p:spPr>
          <a:xfrm>
            <a:off x="7717536" y="40416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Reset</a:t>
            </a:r>
            <a:endParaRPr lang="en-US" sz="5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01956595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WORKED EXAMPLE · REGISTRATION FORM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Radio buttons vs checkboxes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23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1143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Radio: pick exactly one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94360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40664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86968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94360" y="1837944"/>
            <a:ext cx="37033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"radio"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id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"PatientMale"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   name="Gender" value="Male"&gt;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"radio"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id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"PatientFemale"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   name="Gender" value="Female"&gt;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306324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7F8FB"/>
          </a:solidFill>
          <a:ln w="9525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31520" y="3235147"/>
            <a:ext cx="173736" cy="173736"/>
          </a:xfrm>
          <a:prstGeom prst="ellipse">
            <a:avLst/>
          </a:prstGeom>
          <a:solidFill>
            <a:srgbClr val="0B57D0"/>
          </a:solidFill>
          <a:ln w="9525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940003" y="3200400"/>
            <a:ext cx="694944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95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Male</a:t>
            </a:r>
            <a:endParaRPr lang="en-US" sz="1095" dirty="0">
              <a:latin typeface="Cambria"/>
              <a:ea typeface="Cambri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687068" y="3235147"/>
            <a:ext cx="173736" cy="1737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767676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1895551" y="3200400"/>
            <a:ext cx="694944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95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Female</a:t>
            </a:r>
            <a:endParaRPr lang="en-US" sz="1095" dirty="0">
              <a:latin typeface="Cambria"/>
              <a:ea typeface="Cambria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457200" y="3749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Buttons that share the same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name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form a group, so choosing one clears the other. The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value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is what gets sent.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4709160" y="1143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Checkbox: pick any number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09160" y="1508760"/>
            <a:ext cx="3977640" cy="1417320"/>
          </a:xfrm>
          <a:prstGeom prst="roundRect">
            <a:avLst>
              <a:gd name="adj" fmla="val 516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846320" y="160934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992624" y="160934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138928" y="160934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4846320" y="1837944"/>
            <a:ext cx="370332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"checkbox"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id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"Medicine"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   name="DeptDoctor"&gt;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"checkbox"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id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"Cardiac"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   name="DeptDoctor"&gt;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709160" y="3063240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F7F8FB"/>
          </a:solidFill>
          <a:ln w="9525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983480" y="3235147"/>
            <a:ext cx="173736" cy="173736"/>
          </a:xfrm>
          <a:prstGeom prst="rect">
            <a:avLst/>
          </a:prstGeom>
          <a:solidFill>
            <a:srgbClr val="0B57D0"/>
          </a:solidFill>
          <a:ln w="9525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4983480" y="3209544"/>
            <a:ext cx="1737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5" dirty="0">
                <a:solidFill>
                  <a:srgbClr val="FFFFFF"/>
                </a:solidFill>
                <a:latin typeface="Cambria"/>
                <a:ea typeface="Cambria"/>
                <a:cs typeface="Arial" pitchFamily="34" charset="-120"/>
              </a:rPr>
              <a:t>✓</a:t>
            </a:r>
            <a:endParaRPr lang="en-US" sz="1045" dirty="0">
              <a:latin typeface="Cambria"/>
              <a:ea typeface="Cambria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5226710" y="3200400"/>
            <a:ext cx="1389888" cy="24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95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Medicine</a:t>
            </a:r>
            <a:endParaRPr lang="en-US" sz="1095" dirty="0">
              <a:latin typeface="Cambria"/>
              <a:ea typeface="Cambria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6812280" y="3236976"/>
            <a:ext cx="173736" cy="173736"/>
          </a:xfrm>
          <a:prstGeom prst="rect">
            <a:avLst/>
          </a:prstGeom>
          <a:solidFill>
            <a:srgbClr val="0B57D0"/>
          </a:solidFill>
          <a:ln w="12700">
            <a:solidFill>
              <a:srgbClr val="0B57D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1" name="Text 28"/>
          <p:cNvSpPr txBox="1"/>
          <p:nvPr/>
        </p:nvSpPr>
        <p:spPr>
          <a:xfrm>
            <a:off x="6812280" y="3227832"/>
            <a:ext cx="173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mbria"/>
                <a:ea typeface="Cambria"/>
                <a:cs typeface="Arial" pitchFamily="34" charset="-120"/>
              </a:rPr>
              <a:t>✓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7050024" y="320040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Cambria"/>
                <a:ea typeface="Cambria"/>
                <a:cs typeface="Times New Roman" pitchFamily="34" charset="-120"/>
              </a:rPr>
              <a:t>Cardiac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4709160" y="37490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Each box is independent. Add a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value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to each one, otherwise the browser sends "on" and you cannot tell which box was ticked.</a:t>
            </a:r>
            <a:endParaRPr lang="en-US" sz="11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07591770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WORKED EXAMPLE · REGISTRATION FORM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&lt;textarea&gt; and &lt;select&gt;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24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594360" y="1517904"/>
            <a:ext cx="3703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&lt;textarea</a:t>
            </a: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"Address"</a:t>
            </a:r>
            <a:r>
              <a:rPr lang="en-US" sz="10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name</a:t>
            </a:r>
            <a:r>
              <a:rPr lang="en-US" sz="10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"Address"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rows="5" cols="20"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style="resize:none"</a:t>
            </a:r>
            <a:endParaRPr lang="en-US" sz="1050" dirty="0">
              <a:latin typeface="Cambria"/>
              <a:ea typeface="Cambria"/>
            </a:endParaRPr>
          </a:p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placeholder="Your Text Here"&gt;</a:t>
            </a:r>
            <a:r>
              <a:rPr lang="en-US" sz="10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&lt;/textarea&gt;</a:t>
            </a:r>
            <a:endParaRPr lang="en-US" sz="1050" dirty="0">
              <a:latin typeface="Cambria"/>
              <a:ea typeface="Cambri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709160" y="11887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84632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499262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13892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4846320" y="1517904"/>
            <a:ext cx="37033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&lt;select</a:t>
            </a: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id</a:t>
            </a: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"country"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850" dirty="0">
              <a:latin typeface="Cambria"/>
              <a:ea typeface="Cambria"/>
            </a:endParaRPr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&lt;option</a:t>
            </a: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value</a:t>
            </a: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"Default"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-- Select Country --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&lt;/option&gt;</a:t>
            </a:r>
            <a:endParaRPr lang="en-US" sz="850" dirty="0">
              <a:latin typeface="Cambria"/>
              <a:ea typeface="Cambria"/>
            </a:endParaRPr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&lt;option</a:t>
            </a: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value</a:t>
            </a: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"Bangladesh"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Bangladesh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&lt;/option&gt;</a:t>
            </a:r>
            <a:endParaRPr lang="en-US" sz="850" dirty="0">
              <a:latin typeface="Cambria"/>
              <a:ea typeface="Cambria"/>
            </a:endParaRPr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&lt;option</a:t>
            </a: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value</a:t>
            </a: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85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"Brazil"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r>
              <a:rPr lang="en-US" sz="85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Brazil</a:t>
            </a: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&lt;/option&gt;</a:t>
            </a:r>
            <a:endParaRPr lang="en-US" sz="850" dirty="0">
              <a:latin typeface="Cambria"/>
              <a:ea typeface="Cambria"/>
            </a:endParaRPr>
          </a:p>
          <a:p>
            <a:pPr marL="0" indent="0">
              <a:lnSpc>
                <a:spcPts val="1020"/>
              </a:lnSpc>
              <a:buNone/>
            </a:pPr>
            <a:r>
              <a:rPr lang="en-US" sz="85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&lt;/select&gt;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57200" y="2697480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F7F8FB"/>
          </a:solidFill>
          <a:ln w="9525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31520" y="2788920"/>
            <a:ext cx="201168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758952" y="27980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8A8A"/>
                </a:solidFill>
                <a:latin typeface="Cambria"/>
                <a:ea typeface="Cambria"/>
                <a:cs typeface="Arial" pitchFamily="34" charset="-120"/>
              </a:rPr>
              <a:t>Your Text Here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709160" y="2697480"/>
            <a:ext cx="3977640" cy="777240"/>
          </a:xfrm>
          <a:prstGeom prst="roundRect">
            <a:avLst>
              <a:gd name="adj" fmla="val 9412"/>
            </a:avLst>
          </a:prstGeom>
          <a:solidFill>
            <a:srgbClr val="F7F8FB"/>
          </a:solidFill>
          <a:ln w="9525">
            <a:solidFill>
              <a:srgbClr val="F7F8FB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983480" y="2926080"/>
            <a:ext cx="2377440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8F8F9D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5010912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-- Select Country --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7123176" y="29260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0000"/>
                </a:solidFill>
                <a:latin typeface="Cambria"/>
                <a:ea typeface="Cambria"/>
                <a:cs typeface="Arial" pitchFamily="34" charset="-120"/>
              </a:rPr>
              <a:t>▾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457200" y="36118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multi-line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text box, for input like an address</a:t>
            </a:r>
            <a:endParaRPr lang="en-US" sz="11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Set its visible size with </a:t>
            </a:r>
            <a:r>
              <a:rPr lang="en-US" sz="11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rows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and </a:t>
            </a:r>
            <a:r>
              <a:rPr lang="en-US" sz="11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cols</a:t>
            </a:r>
            <a:endParaRPr lang="en-US" sz="11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Adding </a:t>
            </a:r>
            <a:r>
              <a:rPr lang="en-US" sz="11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resize:none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stops the user dragging it bigger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4709160" y="36118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A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drop-down list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; each </a:t>
            </a:r>
            <a:r>
              <a:rPr lang="en-US" sz="1150" b="1" dirty="0">
                <a:solidFill>
                  <a:srgbClr val="663399"/>
                </a:solidFill>
                <a:latin typeface="Cambria"/>
                <a:ea typeface="Cambria"/>
                <a:cs typeface="Courier New" pitchFamily="34" charset="-120"/>
              </a:rPr>
              <a:t>&lt;option&gt;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is one choice</a:t>
            </a:r>
            <a:endParaRPr lang="en-US" sz="11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value</a:t>
            </a: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 is sent; the text between the tags is shown</a:t>
            </a:r>
            <a:endParaRPr lang="en-US" sz="1150" dirty="0">
              <a:latin typeface="Cambria"/>
              <a:ea typeface="Cambria"/>
            </a:endParaRPr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5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The first option works as a prompt</a:t>
            </a:r>
            <a:endParaRPr lang="en-US" sz="11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295084849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WORKED EXAMPLE · REGISTRATION FORM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Key attributes in the form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25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457200" y="1188720"/>
          <a:ext cx="8229600" cy="3291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Attribute</a:t>
                      </a:r>
                      <a:endParaRPr lang="en-US" sz="110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What it does</a:t>
                      </a:r>
                      <a:endParaRPr lang="en-US" sz="110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mbria"/>
                          <a:ea typeface="Cambria"/>
                        </a:rPr>
                        <a:t>Example from the form</a:t>
                      </a:r>
                      <a:endParaRPr lang="en-US" sz="110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type</a:t>
                      </a:r>
                      <a:endParaRPr lang="en-US" sz="11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Chooses the kind of input field</a:t>
                      </a:r>
                      <a:endParaRPr lang="en-US" sz="110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type="email"</a:t>
                      </a:r>
                      <a:endParaRPr lang="en-US" sz="10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id</a:t>
                      </a:r>
                      <a:endParaRPr lang="en-US" sz="11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Unique name for labels, CSS, and JavaScript</a:t>
                      </a:r>
                      <a:endParaRPr lang="en-US" sz="110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id="PatientEmail"</a:t>
                      </a:r>
                      <a:endParaRPr lang="en-US" sz="10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name</a:t>
                      </a:r>
                      <a:endParaRPr lang="en-US" sz="11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Key used when the data is sent to the server</a:t>
                      </a:r>
                      <a:endParaRPr lang="en-US" sz="110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name="PatientEmail"</a:t>
                      </a:r>
                      <a:endParaRPr lang="en-US" sz="10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placeholder</a:t>
                      </a:r>
                      <a:endParaRPr lang="en-US" sz="11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Grey hint text shown while the field is empty</a:t>
                      </a:r>
                      <a:endParaRPr lang="en-US" sz="110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placeholder="Enter your Email"</a:t>
                      </a:r>
                      <a:endParaRPr lang="en-US" sz="10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required</a:t>
                      </a:r>
                      <a:endParaRPr lang="en-US" sz="11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The form will not submit until this is filled in</a:t>
                      </a:r>
                      <a:endParaRPr lang="en-US" sz="110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&lt;input ... required&gt;</a:t>
                      </a:r>
                      <a:endParaRPr lang="en-US" sz="10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value</a:t>
                      </a:r>
                      <a:endParaRPr lang="en-US" sz="11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The data sent for a radio, checkbox, option, or button</a:t>
                      </a:r>
                      <a:endParaRPr lang="en-US" sz="110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value="Male"</a:t>
                      </a:r>
                      <a:endParaRPr lang="en-US" sz="10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for</a:t>
                      </a:r>
                      <a:endParaRPr lang="en-US" sz="11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Links a label to the field with the matching id</a:t>
                      </a:r>
                      <a:endParaRPr lang="en-US" sz="110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for="DOB"</a:t>
                      </a:r>
                      <a:endParaRPr lang="en-US" sz="10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63399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rows / cols</a:t>
                      </a:r>
                      <a:endParaRPr lang="en-US" sz="11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F5C"/>
                          </a:solidFill>
                          <a:latin typeface="Cambria"/>
                          <a:ea typeface="Cambria"/>
                        </a:rPr>
                        <a:t>Visible size of a textarea</a:t>
                      </a:r>
                      <a:endParaRPr lang="en-US" sz="1100" dirty="0">
                        <a:latin typeface="Cambria"/>
                        <a:ea typeface="Cambria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1F3B"/>
                          </a:solidFill>
                          <a:latin typeface="Cambria"/>
                          <a:ea typeface="Cambria"/>
                          <a:cs typeface="Courier New" pitchFamily="34" charset="-120"/>
                        </a:rPr>
                        <a:t>rows="5" cols="20"</a:t>
                      </a:r>
                      <a:endParaRPr lang="en-US" sz="1000" dirty="0">
                        <a:latin typeface="Cambria"/>
                        <a:ea typeface="Cambria"/>
                        <a:cs typeface="Courier New" charset="0"/>
                      </a:endParaRPr>
                    </a:p>
                  </a:txBody>
                  <a:tcPr marR="54864" marT="27432" marB="27432" anchor="ctr">
                    <a:lnL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203569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06</a:t>
            </a:r>
            <a:endParaRPr lang="en-US" sz="80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40080" y="2468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Spot the Bugs</a:t>
            </a:r>
            <a:endParaRPr lang="en-US" sz="3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64008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Eight small problems in the form, and how to fix them</a:t>
            </a:r>
            <a:endParaRPr lang="en-US" sz="1600" dirty="0">
              <a:latin typeface="Cambria"/>
              <a:ea typeface="Cambria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26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36779598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SPOT THE BUGS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What is wrong with this code?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27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anim-1-58"/>
          <p:cNvSpPr/>
          <p:nvPr/>
        </p:nvSpPr>
        <p:spPr>
          <a:xfrm>
            <a:off x="457200" y="11430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9" name="anim-1-58"/>
          <p:cNvSpPr/>
          <p:nvPr/>
        </p:nvSpPr>
        <p:spPr>
          <a:xfrm>
            <a:off x="566928" y="1252728"/>
            <a:ext cx="310896" cy="3108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anim-1-58"/>
          <p:cNvSpPr txBox="1"/>
          <p:nvPr/>
        </p:nvSpPr>
        <p:spPr>
          <a:xfrm>
            <a:off x="566928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1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1" name="anim-1-58"/>
          <p:cNvSpPr txBox="1"/>
          <p:nvPr/>
        </p:nvSpPr>
        <p:spPr>
          <a:xfrm>
            <a:off x="960120" y="12161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Invalid input type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2" name="anim-1-58"/>
          <p:cNvSpPr txBox="1"/>
          <p:nvPr/>
        </p:nvSpPr>
        <p:spPr>
          <a:xfrm>
            <a:off x="960120" y="1444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type="Conpassword"</a:t>
            </a:r>
            <a:r>
              <a:rPr lang="en-US" sz="9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  →  </a:t>
            </a:r>
            <a:r>
              <a:rPr lang="en-US" sz="9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type="password"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13" name="anim-1-58"/>
          <p:cNvSpPr txBox="1"/>
          <p:nvPr/>
        </p:nvSpPr>
        <p:spPr>
          <a:xfrm>
            <a:off x="960120" y="16550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Unknown types fall back to text, so the password shows.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14" name="anim-2-59"/>
          <p:cNvSpPr/>
          <p:nvPr/>
        </p:nvSpPr>
        <p:spPr>
          <a:xfrm>
            <a:off x="4663440" y="11430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anim-2-59"/>
          <p:cNvSpPr/>
          <p:nvPr/>
        </p:nvSpPr>
        <p:spPr>
          <a:xfrm>
            <a:off x="4773168" y="1252728"/>
            <a:ext cx="310896" cy="3108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anim-2-59"/>
          <p:cNvSpPr txBox="1"/>
          <p:nvPr/>
        </p:nvSpPr>
        <p:spPr>
          <a:xfrm>
            <a:off x="4773168" y="1252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2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7" name="anim-2-59"/>
          <p:cNvSpPr txBox="1"/>
          <p:nvPr/>
        </p:nvSpPr>
        <p:spPr>
          <a:xfrm>
            <a:off x="5166360" y="12161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Label points nowhere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8" name="anim-2-59"/>
          <p:cNvSpPr txBox="1"/>
          <p:nvPr/>
        </p:nvSpPr>
        <p:spPr>
          <a:xfrm>
            <a:off x="5166360" y="144475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for="patientcitizen"</a:t>
            </a:r>
            <a:r>
              <a:rPr lang="en-US" sz="9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  →  </a:t>
            </a:r>
            <a:r>
              <a:rPr lang="en-US" sz="9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for="country"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19" name="anim-2-59"/>
          <p:cNvSpPr txBox="1"/>
          <p:nvPr/>
        </p:nvSpPr>
        <p:spPr>
          <a:xfrm>
            <a:off x="5166360" y="165506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for must match the id of the select.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20" name="anim-3-60"/>
          <p:cNvSpPr/>
          <p:nvPr/>
        </p:nvSpPr>
        <p:spPr>
          <a:xfrm>
            <a:off x="457200" y="2011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1" name="anim-3-60"/>
          <p:cNvSpPr/>
          <p:nvPr/>
        </p:nvSpPr>
        <p:spPr>
          <a:xfrm>
            <a:off x="566928" y="2121408"/>
            <a:ext cx="310896" cy="3108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2" name="anim-3-60"/>
          <p:cNvSpPr txBox="1"/>
          <p:nvPr/>
        </p:nvSpPr>
        <p:spPr>
          <a:xfrm>
            <a:off x="566928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3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3" name="anim-3-60"/>
          <p:cNvSpPr txBox="1"/>
          <p:nvPr/>
        </p:nvSpPr>
        <p:spPr>
          <a:xfrm>
            <a:off x="960120" y="20848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Select has no name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4" name="anim-3-60"/>
          <p:cNvSpPr txBox="1"/>
          <p:nvPr/>
        </p:nvSpPr>
        <p:spPr>
          <a:xfrm>
            <a:off x="960120" y="2313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&lt;select id="country"&gt;</a:t>
            </a:r>
            <a:r>
              <a:rPr lang="en-US" sz="9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  →  </a:t>
            </a:r>
            <a:r>
              <a:rPr lang="en-US" sz="9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name="country"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25" name="anim-3-60"/>
          <p:cNvSpPr txBox="1"/>
          <p:nvPr/>
        </p:nvSpPr>
        <p:spPr>
          <a:xfrm>
            <a:off x="960120" y="2523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Without a name, the choice is never sent.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26" name="anim-4-61"/>
          <p:cNvSpPr/>
          <p:nvPr/>
        </p:nvSpPr>
        <p:spPr>
          <a:xfrm>
            <a:off x="4663440" y="2011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7" name="anim-4-61"/>
          <p:cNvSpPr/>
          <p:nvPr/>
        </p:nvSpPr>
        <p:spPr>
          <a:xfrm>
            <a:off x="4773168" y="2121408"/>
            <a:ext cx="310896" cy="3108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8" name="anim-4-61"/>
          <p:cNvSpPr txBox="1"/>
          <p:nvPr/>
        </p:nvSpPr>
        <p:spPr>
          <a:xfrm>
            <a:off x="4773168" y="2121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4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29" name="anim-4-61"/>
          <p:cNvSpPr txBox="1"/>
          <p:nvPr/>
        </p:nvSpPr>
        <p:spPr>
          <a:xfrm>
            <a:off x="5166360" y="208483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Checkboxes lack values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30" name="anim-4-61"/>
          <p:cNvSpPr txBox="1"/>
          <p:nvPr/>
        </p:nvSpPr>
        <p:spPr>
          <a:xfrm>
            <a:off x="5166360" y="2313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name="DeptDoctor"&gt;</a:t>
            </a:r>
            <a:r>
              <a:rPr lang="en-US" sz="9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  →  </a:t>
            </a:r>
            <a:r>
              <a:rPr lang="en-US" sz="9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value="Cardiac"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1" name="anim-4-61"/>
          <p:cNvSpPr txBox="1"/>
          <p:nvPr/>
        </p:nvSpPr>
        <p:spPr>
          <a:xfrm>
            <a:off x="5166360" y="25237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Otherwise every ticked box just sends "on".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32" name="anim-5-62"/>
          <p:cNvSpPr/>
          <p:nvPr/>
        </p:nvSpPr>
        <p:spPr>
          <a:xfrm>
            <a:off x="457200" y="28803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3" name="anim-5-62"/>
          <p:cNvSpPr/>
          <p:nvPr/>
        </p:nvSpPr>
        <p:spPr>
          <a:xfrm>
            <a:off x="566928" y="2990088"/>
            <a:ext cx="310896" cy="3108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4" name="anim-5-62"/>
          <p:cNvSpPr txBox="1"/>
          <p:nvPr/>
        </p:nvSpPr>
        <p:spPr>
          <a:xfrm>
            <a:off x="566928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5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35" name="anim-5-62"/>
          <p:cNvSpPr txBox="1"/>
          <p:nvPr/>
        </p:nvSpPr>
        <p:spPr>
          <a:xfrm>
            <a:off x="960120" y="29535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Obsolete tag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36" name="anim-5-62"/>
          <p:cNvSpPr txBox="1"/>
          <p:nvPr/>
        </p:nvSpPr>
        <p:spPr>
          <a:xfrm>
            <a:off x="960120" y="3182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&lt;font color="red"&gt;</a:t>
            </a:r>
            <a:r>
              <a:rPr lang="en-US" sz="9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  →  </a:t>
            </a:r>
            <a:r>
              <a:rPr lang="en-US" sz="9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style="color:red"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7" name="anim-5-62"/>
          <p:cNvSpPr txBox="1"/>
          <p:nvPr/>
        </p:nvSpPr>
        <p:spPr>
          <a:xfrm>
            <a:off x="960120" y="33924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&lt;font&gt; is not part of HTML5; use CSS.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38" name="anim-6-63"/>
          <p:cNvSpPr/>
          <p:nvPr/>
        </p:nvSpPr>
        <p:spPr>
          <a:xfrm>
            <a:off x="4663440" y="288036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39" name="anim-6-63"/>
          <p:cNvSpPr/>
          <p:nvPr/>
        </p:nvSpPr>
        <p:spPr>
          <a:xfrm>
            <a:off x="4773168" y="2990088"/>
            <a:ext cx="310896" cy="3108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40" name="anim-6-63"/>
          <p:cNvSpPr txBox="1"/>
          <p:nvPr/>
        </p:nvSpPr>
        <p:spPr>
          <a:xfrm>
            <a:off x="4773168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6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41" name="anim-6-63"/>
          <p:cNvSpPr txBox="1"/>
          <p:nvPr/>
        </p:nvSpPr>
        <p:spPr>
          <a:xfrm>
            <a:off x="5166360" y="295351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No action or method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42" name="anim-6-63"/>
          <p:cNvSpPr txBox="1"/>
          <p:nvPr/>
        </p:nvSpPr>
        <p:spPr>
          <a:xfrm>
            <a:off x="5166360" y="3182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&lt;form&gt;</a:t>
            </a:r>
            <a:r>
              <a:rPr lang="en-US" sz="9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  →  </a:t>
            </a:r>
            <a:r>
              <a:rPr lang="en-US" sz="9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method="post"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43" name="anim-6-63"/>
          <p:cNvSpPr txBox="1"/>
          <p:nvPr/>
        </p:nvSpPr>
        <p:spPr>
          <a:xfrm>
            <a:off x="5166360" y="33924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Without post, the password ends up in the URL.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44" name="anim-7-64"/>
          <p:cNvSpPr/>
          <p:nvPr/>
        </p:nvSpPr>
        <p:spPr>
          <a:xfrm>
            <a:off x="457200" y="37490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45" name="anim-7-64"/>
          <p:cNvSpPr/>
          <p:nvPr/>
        </p:nvSpPr>
        <p:spPr>
          <a:xfrm>
            <a:off x="566928" y="3858768"/>
            <a:ext cx="310896" cy="3108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46" name="anim-7-64"/>
          <p:cNvSpPr txBox="1"/>
          <p:nvPr/>
        </p:nvSpPr>
        <p:spPr>
          <a:xfrm>
            <a:off x="566928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7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47" name="anim-7-64"/>
          <p:cNvSpPr txBox="1"/>
          <p:nvPr/>
        </p:nvSpPr>
        <p:spPr>
          <a:xfrm>
            <a:off x="960120" y="38221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Spelling mistake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48" name="anim-7-64"/>
          <p:cNvSpPr txBox="1"/>
          <p:nvPr/>
        </p:nvSpPr>
        <p:spPr>
          <a:xfrm>
            <a:off x="960120" y="4050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Neorology</a:t>
            </a:r>
            <a:r>
              <a:rPr lang="en-US" sz="9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  →  </a:t>
            </a:r>
            <a:r>
              <a:rPr lang="en-US" sz="9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Neurology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49" name="anim-7-64"/>
          <p:cNvSpPr txBox="1"/>
          <p:nvPr/>
        </p:nvSpPr>
        <p:spPr>
          <a:xfrm>
            <a:off x="960120" y="42611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Typos in ids and labels confuse users and code.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50" name="anim-8-65"/>
          <p:cNvSpPr/>
          <p:nvPr/>
        </p:nvSpPr>
        <p:spPr>
          <a:xfrm>
            <a:off x="4663440" y="37490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ADCE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1" name="anim-8-65"/>
          <p:cNvSpPr/>
          <p:nvPr/>
        </p:nvSpPr>
        <p:spPr>
          <a:xfrm>
            <a:off x="4773168" y="3858768"/>
            <a:ext cx="310896" cy="31089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52" name="anim-8-65"/>
          <p:cNvSpPr txBox="1"/>
          <p:nvPr/>
        </p:nvSpPr>
        <p:spPr>
          <a:xfrm>
            <a:off x="4773168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8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53" name="anim-8-65"/>
          <p:cNvSpPr txBox="1"/>
          <p:nvPr/>
        </p:nvSpPr>
        <p:spPr>
          <a:xfrm>
            <a:off x="5166360" y="38221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Uppercase attribute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54" name="anim-8-65"/>
          <p:cNvSpPr txBox="1"/>
          <p:nvPr/>
        </p:nvSpPr>
        <p:spPr>
          <a:xfrm>
            <a:off x="5166360" y="40507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64545"/>
                </a:solidFill>
                <a:latin typeface="Cambria"/>
                <a:ea typeface="Cambria"/>
                <a:cs typeface="Courier New" pitchFamily="34" charset="-120"/>
              </a:rPr>
              <a:t>Style="resize:none"</a:t>
            </a:r>
            <a:r>
              <a:rPr lang="en-US" sz="9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  →  </a:t>
            </a:r>
            <a:r>
              <a:rPr lang="en-US" sz="900" b="1" dirty="0">
                <a:solidFill>
                  <a:srgbClr val="2E9E6B"/>
                </a:solidFill>
                <a:latin typeface="Cambria"/>
                <a:ea typeface="Cambria"/>
                <a:cs typeface="Courier New" pitchFamily="34" charset="-120"/>
              </a:rPr>
              <a:t>style=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55" name="anim-8-65"/>
          <p:cNvSpPr txBox="1"/>
          <p:nvPr/>
        </p:nvSpPr>
        <p:spPr>
          <a:xfrm>
            <a:off x="5166360" y="42611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Lowercase is required in XHTML and is the convention.</a:t>
            </a:r>
            <a:endParaRPr lang="en-US" sz="950" dirty="0">
              <a:latin typeface="Cambria"/>
              <a:ea typeface="Cambria"/>
            </a:endParaRPr>
          </a:p>
        </p:txBody>
      </p:sp>
      <p:sp>
        <p:nvSpPr>
          <p:cNvPr id="56" name="Text 53"/>
          <p:cNvSpPr txBox="1"/>
          <p:nvPr/>
        </p:nvSpPr>
        <p:spPr>
          <a:xfrm>
            <a:off x="457200" y="459028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Ask the class to find each bug first, then click to reveal it.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4151133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SPOT THE BUGS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fixed lines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28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18872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94360" y="128930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40664" y="128930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86968" y="128930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97280" y="124358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signup.html (fixed)</a:t>
            </a:r>
            <a:endParaRPr lang="en-US" sz="850" dirty="0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94360" y="1517904"/>
            <a:ext cx="4846320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&lt;form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action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"register.php"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method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"post"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&lt;label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"country"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Citizenship: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&lt;/label&gt;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&lt;select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id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"country"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name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"country"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"checkbox"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id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"Neurology"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   name="DeptDoctor" value="Neurology"&gt;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&lt;textarea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id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"Address"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name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"Address"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      style="resize:none"&gt;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&lt;/textarea&gt;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&lt;input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type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"password"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id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"Conpassword"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     name="Conpassword"&gt;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&lt;label</a:t>
            </a: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for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"Condition"</a:t>
            </a:r>
            <a:r>
              <a:rPr lang="en-US" sz="1100" dirty="0">
                <a:solidFill>
                  <a:srgbClr val="FAB387"/>
                </a:solidFill>
                <a:latin typeface="Cambria"/>
                <a:ea typeface="Cambria"/>
                <a:cs typeface="Courier New" pitchFamily="34" charset="-120"/>
              </a:rPr>
              <a:t> style</a:t>
            </a:r>
            <a:r>
              <a:rPr lang="en-US" sz="1100" dirty="0">
                <a:solidFill>
                  <a:srgbClr val="9399B2"/>
                </a:solidFill>
                <a:latin typeface="Cambria"/>
                <a:ea typeface="Cambria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"color:red"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&gt;</a:t>
            </a:r>
            <a:endParaRPr lang="en-US" sz="1100" dirty="0">
              <a:latin typeface="Cambria"/>
              <a:ea typeface="Cambria"/>
            </a:endParaRPr>
          </a:p>
          <a:p>
            <a:pPr marL="0" indent="0">
              <a:lnSpc>
                <a:spcPts val="1320"/>
              </a:lnSpc>
              <a:buNone/>
            </a:pPr>
            <a:r>
              <a:rPr lang="en-US" sz="1100" dirty="0">
                <a:solidFill>
                  <a:srgbClr val="CDD6F4"/>
                </a:solidFill>
                <a:latin typeface="Cambria"/>
                <a:ea typeface="Cambria"/>
                <a:cs typeface="Courier New" pitchFamily="34" charset="-120"/>
              </a:rPr>
              <a:t>  I Agree Terms and Condition *</a:t>
            </a:r>
            <a:r>
              <a:rPr lang="en-US" sz="1100" dirty="0">
                <a:solidFill>
                  <a:srgbClr val="CBA6F7"/>
                </a:solidFill>
                <a:latin typeface="Cambria"/>
                <a:ea typeface="Cambria"/>
                <a:cs typeface="Courier New" pitchFamily="34" charset="-120"/>
              </a:rPr>
              <a:t>&lt;/label&gt;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806440" y="1188720"/>
            <a:ext cx="2880360" cy="3429000"/>
          </a:xfrm>
          <a:prstGeom prst="roundRect">
            <a:avLst>
              <a:gd name="adj" fmla="val 2540"/>
            </a:avLst>
          </a:prstGeom>
          <a:solidFill>
            <a:srgbClr val="F1ECFA"/>
          </a:solidFill>
          <a:ln w="9525">
            <a:solidFill>
              <a:srgbClr val="F1ECFA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5961888" y="13258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What the server receives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5961888" y="1645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A3F5C"/>
                </a:solidFill>
                <a:latin typeface="Cambria"/>
                <a:ea typeface="Cambria"/>
                <a:cs typeface="Calibri" pitchFamily="34" charset="-120"/>
              </a:rPr>
              <a:t>Each field's name becomes a key, joined with &amp;, just like a URI query:</a:t>
            </a:r>
            <a:endParaRPr lang="en-US" sz="1100" dirty="0">
              <a:latin typeface="Cambria"/>
              <a:ea typeface="Cambri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943600" y="2286000"/>
            <a:ext cx="2606040" cy="1554480"/>
          </a:xfrm>
          <a:prstGeom prst="roundRect">
            <a:avLst>
              <a:gd name="adj" fmla="val 3529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6053328" y="2359152"/>
            <a:ext cx="2423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PatientName=Rahim</a:t>
            </a:r>
            <a:endParaRPr lang="en-US" sz="1000" dirty="0">
              <a:latin typeface="Cambria"/>
              <a:ea typeface="Cambri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&amp;PatientAge=34</a:t>
            </a:r>
            <a:endParaRPr lang="en-US" sz="1000" dirty="0">
              <a:latin typeface="Cambria"/>
              <a:ea typeface="Cambri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&amp;Gender=Male</a:t>
            </a:r>
            <a:endParaRPr lang="en-US" sz="1000" dirty="0">
              <a:latin typeface="Cambria"/>
              <a:ea typeface="Cambri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&amp;country=Bangladesh</a:t>
            </a:r>
            <a:endParaRPr lang="en-US" sz="1000" dirty="0">
              <a:latin typeface="Cambria"/>
              <a:ea typeface="Cambri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&amp;DeptDoctor=Neurology</a:t>
            </a:r>
            <a:endParaRPr lang="en-US" sz="1000" dirty="0">
              <a:latin typeface="Cambria"/>
              <a:ea typeface="Cambria"/>
            </a:endParaRPr>
          </a:p>
          <a:p>
            <a:pPr marL="0" indent="0" algn="l">
              <a:buNone/>
            </a:pPr>
            <a:r>
              <a:rPr lang="en-US" sz="1000" dirty="0">
                <a:solidFill>
                  <a:srgbClr val="A6E3A1"/>
                </a:solidFill>
                <a:latin typeface="Cambria"/>
                <a:ea typeface="Cambria"/>
                <a:cs typeface="Courier New" pitchFamily="34" charset="-120"/>
              </a:rPr>
              <a:t>&amp;Condition=on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9" name="Text 16"/>
          <p:cNvSpPr txBox="1"/>
          <p:nvPr/>
        </p:nvSpPr>
        <p:spPr>
          <a:xfrm>
            <a:off x="5961888" y="39319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With method="post" this travels in the request body, not in the URL.</a:t>
            </a:r>
            <a:endParaRPr lang="en-US" sz="105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796725013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CHECK YOUR UNDERSTANDING · QUIZ 2</a:t>
            </a:r>
            <a:endParaRPr lang="en-US" sz="900" dirty="0">
              <a:latin typeface="Cambria"/>
              <a:ea typeface="Cambri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29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566928"/>
            <a:ext cx="548640" cy="54864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" y="709574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50292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Why can the user choose only one gender, but several departments?</a:t>
            </a:r>
            <a:endParaRPr lang="en-US" sz="2100" dirty="0">
              <a:latin typeface="Cambria"/>
              <a:ea typeface="Cambria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1188720" y="13898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Click an answer to check it.</a:t>
            </a:r>
            <a:endParaRPr lang="en-US" sz="1000" dirty="0">
              <a:latin typeface="Cambria"/>
              <a:ea typeface="Cambria"/>
            </a:endParaRPr>
          </a:p>
        </p:txBody>
      </p:sp>
      <p:sp>
        <p:nvSpPr>
          <p:cNvPr id="11" name="btn">
            <a:hlinkClick r:id="" action="ppaction://noaction"/>
          </p:cNvPr>
          <p:cNvSpPr/>
          <p:nvPr/>
        </p:nvSpPr>
        <p:spPr>
          <a:xfrm>
            <a:off x="45720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radio buttons share one id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2" name="btn">
            <a:hlinkClick r:id="" action="ppaction://noaction"/>
          </p:cNvPr>
          <p:cNvSpPr/>
          <p:nvPr/>
        </p:nvSpPr>
        <p:spPr>
          <a:xfrm>
            <a:off x="65836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A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3" name="btn">
            <a:hlinkClick r:id="" action="ppaction://noaction"/>
          </p:cNvPr>
          <p:cNvSpPr/>
          <p:nvPr/>
        </p:nvSpPr>
        <p:spPr>
          <a:xfrm>
            <a:off x="4663440" y="182880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radio buttons share one name; checkboxes are independent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4" name="btn">
            <a:hlinkClick r:id="" action="ppaction://noaction"/>
          </p:cNvPr>
          <p:cNvSpPr/>
          <p:nvPr/>
        </p:nvSpPr>
        <p:spPr>
          <a:xfrm>
            <a:off x="4864608" y="210312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B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5" name="btn">
            <a:hlinkClick r:id="" action="ppaction://noaction"/>
          </p:cNvPr>
          <p:cNvSpPr/>
          <p:nvPr/>
        </p:nvSpPr>
        <p:spPr>
          <a:xfrm>
            <a:off x="45720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gender inputs sit in a different &lt;td&gt;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6" name="btn">
            <a:hlinkClick r:id="" action="ppaction://noaction"/>
          </p:cNvPr>
          <p:cNvSpPr/>
          <p:nvPr/>
        </p:nvSpPr>
        <p:spPr>
          <a:xfrm>
            <a:off x="65836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C</a:t>
            </a:r>
            <a:endParaRPr lang="en-US" sz="1500" dirty="0">
              <a:latin typeface="Cambria"/>
              <a:ea typeface="Cambria"/>
            </a:endParaRPr>
          </a:p>
        </p:txBody>
      </p:sp>
      <p:sp>
        <p:nvSpPr>
          <p:cNvPr id="17" name="btn">
            <a:hlinkClick r:id="" action="ppaction://noaction"/>
          </p:cNvPr>
          <p:cNvSpPr/>
          <p:nvPr/>
        </p:nvSpPr>
        <p:spPr>
          <a:xfrm>
            <a:off x="4663440" y="30632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8E6CC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762000" tIns="0" rIns="20320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Checkboxes always allow only one choice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8" name="btn">
            <a:hlinkClick r:id="" action="ppaction://noaction"/>
          </p:cNvPr>
          <p:cNvSpPr/>
          <p:nvPr/>
        </p:nvSpPr>
        <p:spPr>
          <a:xfrm>
            <a:off x="4864608" y="3337560"/>
            <a:ext cx="457200" cy="457200"/>
          </a:xfrm>
          <a:prstGeom prst="ellipse">
            <a:avLst/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</a:t>
            </a:r>
            <a:endParaRPr lang="en-US" sz="15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201053608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320040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65760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5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KEY TAKEAWAYS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" y="566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What to remember from today</a:t>
            </a:r>
            <a:endParaRPr lang="en-US" sz="2600" dirty="0">
              <a:latin typeface="Cambria"/>
              <a:ea typeface="Cambri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21792" y="151790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21792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1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234440" y="133502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structures a page with elements, and attributes add details as name="value".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63440" y="128016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828032" y="151790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828032" y="1517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2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5440680" y="133502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browser turns HTML into the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DOM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, a tree that scripts can read and change.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57200" y="237744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1792" y="261518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62179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3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1234440" y="243230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XML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carries data with your own tags;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XHTML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is HTML written under XML's strict rules.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663440" y="237744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4828032" y="261518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0" name="Text 17"/>
          <p:cNvSpPr txBox="1"/>
          <p:nvPr/>
        </p:nvSpPr>
        <p:spPr>
          <a:xfrm>
            <a:off x="4828032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4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5440680" y="243230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DHTML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is HTML + CSS + JavaScript + DOM working together, with no page reload.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57200" y="347472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621792" y="371246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62179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5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234440" y="352958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In forms,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label for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must match an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id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, and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name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is the key sent to the server.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663440" y="3474720"/>
            <a:ext cx="40233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ADCE8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828032" y="3712464"/>
            <a:ext cx="457200" cy="457200"/>
          </a:xfrm>
          <a:prstGeom prst="ellipse">
            <a:avLst/>
          </a:prstGeom>
          <a:solidFill>
            <a:srgbClr val="663399"/>
          </a:solidFill>
          <a:ln w="12700">
            <a:solidFill>
              <a:srgbClr val="663399"/>
            </a:solidFill>
            <a:prstDash val="solid"/>
          </a:ln>
        </p:spPr>
        <p:txBody>
          <a:bodyPr/>
          <a:lstStyle/>
          <a:p>
            <a:endParaRPr lang="en-US">
              <a:latin typeface="Cambria"/>
              <a:ea typeface="Cambria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4828032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/>
                <a:ea typeface="Cambria"/>
                <a:cs typeface="Calibri" pitchFamily="34" charset="-120"/>
              </a:rPr>
              <a:t>6</a:t>
            </a:r>
            <a:endParaRPr lang="en-US" sz="1400" dirty="0">
              <a:latin typeface="Cambria"/>
              <a:ea typeface="Cambria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5440680" y="3529584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Radio buttons share a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name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 to allow one choice; checkboxes each need a </a:t>
            </a:r>
            <a:r>
              <a:rPr lang="en-US" sz="115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value</a:t>
            </a:r>
            <a:r>
              <a:rPr lang="en-US" sz="1150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.</a:t>
            </a:r>
            <a:endParaRPr lang="en-US" sz="1150" dirty="0">
              <a:latin typeface="Cambria"/>
              <a:ea typeface="Cambria"/>
            </a:endParaRPr>
          </a:p>
        </p:txBody>
      </p:sp>
      <p:sp>
        <p:nvSpPr>
          <p:cNvPr id="30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10818094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FURTHER READING</a:t>
            </a:r>
            <a:endParaRPr lang="en-US" sz="900" dirty="0">
              <a:latin typeface="Cambria"/>
              <a:ea typeface="Cambria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References</a:t>
            </a:r>
            <a:endParaRPr lang="en-US" sz="2600" dirty="0">
              <a:latin typeface="Cambria"/>
              <a:ea typeface="Cambria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7432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82803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CSC 3215  ·  Web Technologies  ·  HTML Concepts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31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7" name="btn">
            <a:hlinkClick r:id="" action="ppaction://noaction"/>
          </p:cNvPr>
          <p:cNvSpPr/>
          <p:nvPr/>
        </p:nvSpPr>
        <p:spPr>
          <a:xfrm>
            <a:off x="7223760" y="4773168"/>
            <a:ext cx="868680" cy="219456"/>
          </a:xfrm>
          <a:prstGeom prst="roundRect">
            <a:avLst>
              <a:gd name="adj" fmla="val 45833"/>
            </a:avLst>
          </a:prstGeom>
          <a:solidFill>
            <a:srgbClr val="F1ECFA"/>
          </a:solidFill>
          <a:ln>
            <a:solidFill>
              <a:srgbClr val="F1EC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⌂  Outline</a:t>
            </a:r>
            <a:endParaRPr lang="en-US" sz="800" dirty="0">
              <a:latin typeface="Cambria"/>
              <a:ea typeface="Cambria"/>
            </a:endParaRPr>
          </a:p>
        </p:txBody>
      </p:sp>
      <p:sp>
        <p:nvSpPr>
          <p:cNvPr id="8" name="btn">
            <a:hlinkClick r:id="rId4"/>
          </p:cNvPr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76200" rIns="1778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 Introduction (W3Schools)  ↗</a:t>
            </a:r>
            <a:endParaRPr lang="en-US" sz="13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www.w3schools.com/html/html_intro.asp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9" name="btn">
            <a:hlinkClick r:id="rId5"/>
          </p:cNvPr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76200" rIns="1778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 Forms (W3Schools)  ↗</a:t>
            </a:r>
            <a:endParaRPr lang="en-US" sz="13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www.w3schools.com/html/html_forms.asp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0" name="btn">
            <a:hlinkClick r:id="rId6"/>
          </p:cNvPr>
          <p:cNvSpPr/>
          <p:nvPr/>
        </p:nvSpPr>
        <p:spPr>
          <a:xfrm>
            <a:off x="45720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76200" rIns="1778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The &lt;input&gt; element (MDN)  ↗</a:t>
            </a:r>
            <a:endParaRPr lang="en-US" sz="13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developer.mozilla.org/en-US/docs/Web/HTML/Element/input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1" name="btn">
            <a:hlinkClick r:id="rId7"/>
          </p:cNvPr>
          <p:cNvSpPr/>
          <p:nvPr/>
        </p:nvSpPr>
        <p:spPr>
          <a:xfrm>
            <a:off x="4663440" y="228600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76200" rIns="1778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Introduction to the DOM (MDN)  ↗</a:t>
            </a:r>
            <a:endParaRPr lang="en-US" sz="13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developer.mozilla.org/en-US/docs/Web/API/Document_Object_Model/Introduction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2" name="btn">
            <a:hlinkClick r:id="rId8"/>
          </p:cNvPr>
          <p:cNvSpPr/>
          <p:nvPr/>
        </p:nvSpPr>
        <p:spPr>
          <a:xfrm>
            <a:off x="457200" y="3383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76200" rIns="1778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Introduction to XML (W3Schools)  ↗</a:t>
            </a:r>
            <a:endParaRPr lang="en-US" sz="13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www.w3schools.com/xml/xml_whatis.asp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3" name="btn">
            <a:hlinkClick r:id="rId9"/>
          </p:cNvPr>
          <p:cNvSpPr/>
          <p:nvPr/>
        </p:nvSpPr>
        <p:spPr>
          <a:xfrm>
            <a:off x="4663440" y="338328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8"/>
            </a:solidFill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 wrap="square" lIns="177800" tIns="76200" rIns="177800" bIns="762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/>
                <a:ea typeface="Cambria"/>
                <a:cs typeface="Calibri" pitchFamily="34" charset="-120"/>
              </a:rPr>
              <a:t>HTML and XHTML (W3Schools)  ↗</a:t>
            </a:r>
            <a:endParaRPr lang="en-US" sz="1300" dirty="0">
              <a:latin typeface="Cambria"/>
              <a:ea typeface="Cambria"/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663399"/>
                </a:solidFill>
                <a:latin typeface="Cambria"/>
                <a:ea typeface="Cambria"/>
                <a:cs typeface="Calibri" pitchFamily="34" charset="-120"/>
              </a:rPr>
              <a:t>www.w3schools.com/html/html_xhtml.asp</a:t>
            </a:r>
            <a:endParaRPr lang="en-US" sz="1300" dirty="0">
              <a:latin typeface="Cambria"/>
              <a:ea typeface="Cambria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457200" y="44805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7C819C"/>
                </a:solidFill>
                <a:latin typeface="Cambria"/>
                <a:ea typeface="Cambria"/>
                <a:cs typeface="Calibri" pitchFamily="34" charset="-120"/>
              </a:rPr>
              <a:t>Click a card to open the page.</a:t>
            </a:r>
            <a:endParaRPr lang="en-US" sz="1000" dirty="0"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130238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 [1791096704814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anose="020F0302020204030204"/>
        <a:ea typeface="Cambria"/>
        <a:cs typeface="Cambria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 panose="020F0502020204030204"/>
        <a:ea typeface="Cambria"/>
        <a:cs typeface="Cambria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33FF6B9-05A7-4FC0-8A95-D899C60B61CF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4c8549e7-f2f4-496f-b08e-2e8ead2d2b7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3661</Words>
  <Application>Microsoft Office PowerPoint</Application>
  <PresentationFormat>On-screen Show (16:9)</PresentationFormat>
  <Paragraphs>719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Cambria</vt:lpstr>
      <vt:lpstr>Office Theme [1791096704814]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Concepts: HTML, DOM, XML, XHTML, DHTML</dc:title>
  <dc:subject>PptxGenJS Presentation</dc:subject>
  <dc:creator>Rifat Al Mamun Rudro</dc:creator>
  <cp:lastModifiedBy>RIFAT AL MAMUN RUDRO</cp:lastModifiedBy>
  <cp:revision>2</cp:revision>
  <dcterms:created xsi:type="dcterms:W3CDTF">2026-09-30T03:46:42Z</dcterms:created>
  <dcterms:modified xsi:type="dcterms:W3CDTF">2026-10-05T08:37:04Z</dcterms:modified>
</cp:coreProperties>
</file>