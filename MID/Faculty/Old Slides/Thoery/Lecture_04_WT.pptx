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1" r:id="rId4"/>
    <p:sldId id="292" r:id="rId5"/>
    <p:sldId id="293" r:id="rId6"/>
    <p:sldId id="266" r:id="rId7"/>
    <p:sldId id="268" r:id="rId8"/>
    <p:sldId id="267" r:id="rId9"/>
    <p:sldId id="269" r:id="rId10"/>
    <p:sldId id="270" r:id="rId11"/>
    <p:sldId id="271" r:id="rId12"/>
    <p:sldId id="294" r:id="rId13"/>
    <p:sldId id="295" r:id="rId14"/>
    <p:sldId id="29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100" d="100"/>
          <a:sy n="100" d="100"/>
        </p:scale>
        <p:origin x="19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AT AL MAMUN RUDRO" userId="24b27b9a-aab3-4351-8aca-a88306e0f932" providerId="ADAL" clId="{DB9BBBDC-F455-4572-BF35-B25E0968203C}"/>
    <pc:docChg chg="modSld">
      <pc:chgData name="RIFAT AL MAMUN RUDRO" userId="24b27b9a-aab3-4351-8aca-a88306e0f932" providerId="ADAL" clId="{DB9BBBDC-F455-4572-BF35-B25E0968203C}" dt="2026-07-08T02:12:15.626" v="1" actId="1036"/>
      <pc:docMkLst>
        <pc:docMk/>
      </pc:docMkLst>
      <pc:sldChg chg="modSp mod">
        <pc:chgData name="RIFAT AL MAMUN RUDRO" userId="24b27b9a-aab3-4351-8aca-a88306e0f932" providerId="ADAL" clId="{DB9BBBDC-F455-4572-BF35-B25E0968203C}" dt="2026-07-08T02:12:15.626" v="1" actId="1036"/>
        <pc:sldMkLst>
          <pc:docMk/>
          <pc:sldMk cId="653146784" sldId="271"/>
        </pc:sldMkLst>
        <pc:spChg chg="mod">
          <ac:chgData name="RIFAT AL MAMUN RUDRO" userId="24b27b9a-aab3-4351-8aca-a88306e0f932" providerId="ADAL" clId="{DB9BBBDC-F455-4572-BF35-B25E0968203C}" dt="2026-07-08T02:12:15.626" v="1" actId="1036"/>
          <ac:spMkLst>
            <pc:docMk/>
            <pc:sldMk cId="653146784" sldId="271"/>
            <ac:spMk id="5" creationId="{53BED9D7-DC35-6145-B086-E1B62BC0834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loop_while.asp" TargetMode="External"/><Relationship Id="rId2" Type="http://schemas.openxmlformats.org/officeDocument/2006/relationships/hyperlink" Target="https://www.w3schools.com/js/js_loop_for.asp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jsref/dom_obj_style.asp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 HTML DOM and Form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09106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Spring 25-26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Rifat Al Mamun Rudro &lt;mamun.rudro@aiub.edu&gt;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</a:t>
            </a:r>
            <a:r>
              <a:rPr lang="en-US" sz="2400" dirty="0" err="1">
                <a:solidFill>
                  <a:schemeClr val="tx1"/>
                </a:solidFill>
              </a:rPr>
              <a:t>FLow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Array and Array methods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Objects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DOM operations (Basic usage and CSS)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form validation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Debugging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Control 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 else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44074" y="1987066"/>
            <a:ext cx="7907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else statements are used for changing control flow of program.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 syntax is familiar with other programming language.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AC1FE8-68D3-41C7-BE42-1B3D85271E37}"/>
              </a:ext>
            </a:extLst>
          </p:cNvPr>
          <p:cNvSpPr/>
          <p:nvPr/>
        </p:nvSpPr>
        <p:spPr>
          <a:xfrm>
            <a:off x="544074" y="2464721"/>
            <a:ext cx="8209309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 onclick="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()"&gt;Try it&lt;/button&gt;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hour = 19;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(hour &lt; 18)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day";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if (hour &gt; 20){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night";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evening";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 lvl="3"/>
            <a:endParaRPr lang="en-US" sz="115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0934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switch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22614-FD1B-4706-BEF2-AB65A887157E}"/>
              </a:ext>
            </a:extLst>
          </p:cNvPr>
          <p:cNvSpPr txBox="1"/>
          <p:nvPr/>
        </p:nvSpPr>
        <p:spPr>
          <a:xfrm>
            <a:off x="265127" y="1411014"/>
            <a:ext cx="3232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F5DB0-9BCA-4F9F-AE32-36E9B34DC051}"/>
              </a:ext>
            </a:extLst>
          </p:cNvPr>
          <p:cNvSpPr txBox="1"/>
          <p:nvPr/>
        </p:nvSpPr>
        <p:spPr>
          <a:xfrm>
            <a:off x="3382388" y="896093"/>
            <a:ext cx="51046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 is used in stead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else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cases use </a:t>
            </a:r>
            <a:r>
              <a:rPr lang="en-US" b="1" dirty="0"/>
              <a:t>strict</a:t>
            </a:r>
            <a:r>
              <a:rPr lang="en-US" dirty="0"/>
              <a:t> comparison (===).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values must be of the same type to match.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strict comparison can only be true if the operands are of the same type.</a:t>
            </a:r>
          </a:p>
          <a:p>
            <a:pPr lvl="2"/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var x = "0";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there will be no match for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</a:t>
            </a:r>
          </a:p>
          <a:p>
            <a:pPr lvl="2"/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736248-69FC-45D8-99F9-A69EE0424B52}"/>
              </a:ext>
            </a:extLst>
          </p:cNvPr>
          <p:cNvCxnSpPr/>
          <p:nvPr/>
        </p:nvCxnSpPr>
        <p:spPr>
          <a:xfrm>
            <a:off x="5557421" y="2716567"/>
            <a:ext cx="1056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2F16AF-00F7-4B36-B51B-B6D6879725C1}"/>
              </a:ext>
            </a:extLst>
          </p:cNvPr>
          <p:cNvSpPr txBox="1"/>
          <p:nvPr/>
        </p:nvSpPr>
        <p:spPr>
          <a:xfrm>
            <a:off x="6834714" y="2529600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ABFC1D-7A02-4087-A698-DB82716DA9C9}"/>
              </a:ext>
            </a:extLst>
          </p:cNvPr>
          <p:cNvSpPr txBox="1"/>
          <p:nvPr/>
        </p:nvSpPr>
        <p:spPr>
          <a:xfrm>
            <a:off x="7038898" y="3348835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606888-6318-4EE8-B012-4920F02C04B8}"/>
              </a:ext>
            </a:extLst>
          </p:cNvPr>
          <p:cNvCxnSpPr/>
          <p:nvPr/>
        </p:nvCxnSpPr>
        <p:spPr>
          <a:xfrm>
            <a:off x="6578351" y="3248657"/>
            <a:ext cx="0" cy="543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ADBEEF-3EBE-4894-84C8-86D1A1E9BC97}"/>
              </a:ext>
            </a:extLst>
          </p:cNvPr>
          <p:cNvCxnSpPr/>
          <p:nvPr/>
        </p:nvCxnSpPr>
        <p:spPr>
          <a:xfrm>
            <a:off x="5557421" y="3248657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BEB5CA-B56E-49EC-93F5-86F8F07BB548}"/>
              </a:ext>
            </a:extLst>
          </p:cNvPr>
          <p:cNvCxnSpPr/>
          <p:nvPr/>
        </p:nvCxnSpPr>
        <p:spPr>
          <a:xfrm>
            <a:off x="5557421" y="3791675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64CF87-8BB3-4CA5-92C5-F8221E027A4C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578351" y="3533501"/>
            <a:ext cx="460547" cy="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86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Loops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73F01-E23F-4E3B-8340-76D0BAFCBA00}"/>
              </a:ext>
            </a:extLst>
          </p:cNvPr>
          <p:cNvSpPr txBox="1"/>
          <p:nvPr/>
        </p:nvSpPr>
        <p:spPr>
          <a:xfrm>
            <a:off x="474954" y="1624616"/>
            <a:ext cx="46030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 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 0;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 5;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 text += "The number is " 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+ "&lt;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B26D0-94B0-416D-AA3A-4A1E4B293532}"/>
              </a:ext>
            </a:extLst>
          </p:cNvPr>
          <p:cNvSpPr txBox="1"/>
          <p:nvPr/>
        </p:nvSpPr>
        <p:spPr>
          <a:xfrm>
            <a:off x="514901" y="1296138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EDE002-B2B3-4811-B16C-F688558489A1}"/>
              </a:ext>
            </a:extLst>
          </p:cNvPr>
          <p:cNvSpPr txBox="1"/>
          <p:nvPr/>
        </p:nvSpPr>
        <p:spPr>
          <a:xfrm>
            <a:off x="449800" y="2824581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992FA-A011-42A5-834E-7AB6B8FEA3AC}"/>
              </a:ext>
            </a:extLst>
          </p:cNvPr>
          <p:cNvSpPr txBox="1"/>
          <p:nvPr/>
        </p:nvSpPr>
        <p:spPr>
          <a:xfrm>
            <a:off x="489747" y="2496103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Loop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653749-3ED7-4553-A620-7E47EBC67797}"/>
              </a:ext>
            </a:extLst>
          </p:cNvPr>
          <p:cNvSpPr txBox="1"/>
          <p:nvPr/>
        </p:nvSpPr>
        <p:spPr>
          <a:xfrm>
            <a:off x="451278" y="4086692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18DE4C-4279-43CB-82AE-D8C7E73CB267}"/>
              </a:ext>
            </a:extLst>
          </p:cNvPr>
          <p:cNvSpPr txBox="1"/>
          <p:nvPr/>
        </p:nvSpPr>
        <p:spPr>
          <a:xfrm>
            <a:off x="491225" y="3758214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while Loop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CC592E-4283-4EDA-A974-D652ABB1F8AA}"/>
              </a:ext>
            </a:extLst>
          </p:cNvPr>
          <p:cNvSpPr txBox="1"/>
          <p:nvPr/>
        </p:nvSpPr>
        <p:spPr>
          <a:xfrm>
            <a:off x="460375" y="4996268"/>
            <a:ext cx="7080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https://www.w3schools.com/js/js_loop_for.asp</a:t>
            </a:r>
            <a:endParaRPr lang="en-US" dirty="0"/>
          </a:p>
          <a:p>
            <a:r>
              <a:rPr lang="en-US" dirty="0"/>
              <a:t>                      </a:t>
            </a:r>
            <a:r>
              <a:rPr lang="en-US" dirty="0">
                <a:hlinkClick r:id="rId3"/>
              </a:rPr>
              <a:t>https://www.w3schools.com/js/js_loop_while.asp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1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Arrays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12751" y="2105491"/>
            <a:ext cx="81116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arrays are used to store multiple values in a single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an array literal is the easiest way to create a JavaScript Array.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i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array_name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[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item1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item2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...];  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["Saab", "Volvo", "BMW"];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create array with new keyword.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new Array("Saab", "Volvo", "BMW");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access an array element by referring to the index number.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 cars[0];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 indexes start with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Changing an Array Element.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cars[0] = "Opel";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JavaScript, the full array can be accessed by referring to the array name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cars;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Arrays are a special type of objects. The </a:t>
            </a:r>
            <a:r>
              <a:rPr lang="en-US" dirty="0" err="1"/>
              <a:t>typeof</a:t>
            </a:r>
            <a:r>
              <a:rPr lang="en-US" dirty="0"/>
              <a:t> operator in JavaScript returns "object" for arrays.</a:t>
            </a:r>
          </a:p>
          <a:p>
            <a:endParaRPr lang="x-none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623104" y="1224576"/>
            <a:ext cx="82811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have objects in an Array. You can have functions in an Array. You can have arrays in an Array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[0]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Date.now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[1]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[2]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myCars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Looping through an array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fruits, text,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 "Orange", "Apple", "Mango"];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fruits.length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 "&lt;ul&gt;";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"&lt;li&gt;" + fruits[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] + "&lt;/li&gt;";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 "&lt;/ul&gt;";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use the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fruits, text;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 "Orange", "Apple", "Mango"];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 "&lt;ul&gt;";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 "&lt;/ul&gt;";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 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(value) {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text += "&lt;li&gt;" + value + "&lt;/li&gt;";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endParaRPr lang="x-none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8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JavaScript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converts an array to a string of (comma separated) array values.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join()</a:t>
            </a:r>
            <a:r>
              <a:rPr lang="en-US" dirty="0"/>
              <a:t> method also joins all array elements into a string.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fruits.join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 * 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pop() </a:t>
            </a:r>
            <a:r>
              <a:rPr lang="en-US" dirty="0"/>
              <a:t>method removes and returns the last element from an array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fruits.pop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              // Removes the last element ("Mango") from fruits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push() </a:t>
            </a:r>
            <a:r>
              <a:rPr lang="en-US" dirty="0"/>
              <a:t>method adds and returns the value of a new element to an array (at the end)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fruits.push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("Kiwi");   //  the value of x is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[CSS]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HTML DOM allows JavaScript to change the style of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change the style of an HTML element, use this syntax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(id).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style.property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new style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 type="button"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('id1').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style.color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'red'"&gt;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Click Me!&lt;/button&gt;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Properties of Style: </a:t>
            </a:r>
            <a:r>
              <a:rPr lang="en-US" dirty="0">
                <a:hlinkClick r:id="rId2"/>
              </a:rPr>
              <a:t>https://www.w3schools.com/jsref/dom_obj_style.asp</a:t>
            </a:r>
            <a:endParaRPr lang="en-US" dirty="0"/>
          </a:p>
          <a:p>
            <a:endParaRPr lang="x-non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4DDFF0-72BF-4DDD-8933-F65A861B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783" y="3753094"/>
            <a:ext cx="20859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02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Form Validation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form validation can be done by JavaScript..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has an event named </a:t>
            </a:r>
            <a:r>
              <a:rPr lang="en-US" dirty="0" err="1"/>
              <a:t>onsubmit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form is submitted this method is called. We need to return true if values are valid otherwise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true is returned the form will be submitted.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16110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Form Validation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542371" y="1252241"/>
            <a:ext cx="80592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 ||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alert("Name must be filled out");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return false;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&lt;form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action="/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action_page.php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onsubmit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="return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 method="post"&gt;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First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Last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&lt;input type="submit" value="Submit"&gt;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&lt;/form&gt;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5314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Debugging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your browser supports debugging, you can use console.log() to display JavaScript values in the debugger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debugger keyword stops the execution of JavaScript, and calls (if available) the debugging function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15 * 5;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debugger;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x;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0602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324850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727385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319</TotalTime>
  <Words>1627</Words>
  <Application>Microsoft Office PowerPoint</Application>
  <PresentationFormat>On-screen Show (4:3)</PresentationFormat>
  <Paragraphs>183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Corbel</vt:lpstr>
      <vt:lpstr>Wingdings</vt:lpstr>
      <vt:lpstr>Spectrum</vt:lpstr>
      <vt:lpstr>JS HTML DOM and Form Validation</vt:lpstr>
      <vt:lpstr>Lecture Outline</vt:lpstr>
      <vt:lpstr>JS Control Flow</vt:lpstr>
      <vt:lpstr>PowerPoint Presentation</vt:lpstr>
      <vt:lpstr>PowerPoint Presentation</vt:lpstr>
      <vt:lpstr>JS Arrays</vt:lpstr>
      <vt:lpstr>PowerPoint Presentation</vt:lpstr>
      <vt:lpstr>Array Methods</vt:lpstr>
      <vt:lpstr>HTML DOM [CSS]</vt:lpstr>
      <vt:lpstr>JS Form Validation</vt:lpstr>
      <vt:lpstr>PowerPoint Presentation</vt:lpstr>
      <vt:lpstr>JS Debugging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RIFAT AL MAMUN RUDRO</cp:lastModifiedBy>
  <cp:revision>14</cp:revision>
  <dcterms:created xsi:type="dcterms:W3CDTF">2018-12-10T17:20:29Z</dcterms:created>
  <dcterms:modified xsi:type="dcterms:W3CDTF">2026-07-08T02:12:26Z</dcterms:modified>
</cp:coreProperties>
</file>