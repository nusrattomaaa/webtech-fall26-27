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00" d="100"/>
          <a:sy n="100" d="100"/>
        </p:scale>
        <p:origin x="19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undo custSel modSld">
      <pc:chgData name="RIFAT AL MAMUN RUDRO" userId="24b27b9a-aab3-4351-8aca-a88306e0f932" providerId="ADAL" clId="{DB9BBBDC-F455-4572-BF35-B25E0968203C}" dt="2026-07-06T01:51:47.381" v="42" actId="2711"/>
      <pc:docMkLst>
        <pc:docMk/>
      </pc:docMkLst>
      <pc:sldChg chg="modSp mod">
        <pc:chgData name="RIFAT AL MAMUN RUDRO" userId="24b27b9a-aab3-4351-8aca-a88306e0f932" providerId="ADAL" clId="{DB9BBBDC-F455-4572-BF35-B25E0968203C}" dt="2026-07-06T01:49:26.456" v="17" actId="14734"/>
        <pc:sldMkLst>
          <pc:docMk/>
          <pc:sldMk cId="700707328" sldId="256"/>
        </pc:sldMkLst>
        <pc:spChg chg="mod">
          <ac:chgData name="RIFAT AL MAMUN RUDRO" userId="24b27b9a-aab3-4351-8aca-a88306e0f932" providerId="ADAL" clId="{DB9BBBDC-F455-4572-BF35-B25E0968203C}" dt="2026-07-06T01:49:11.594" v="14" actId="2711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07-06T01:49:11.594" v="14" actId="2711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07-06T01:49:11.594" v="14" actId="2711"/>
          <ac:spMkLst>
            <pc:docMk/>
            <pc:sldMk cId="700707328" sldId="256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07-06T01:49:11.594" v="14" actId="2711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RIFAT AL MAMUN RUDRO" userId="24b27b9a-aab3-4351-8aca-a88306e0f932" providerId="ADAL" clId="{DB9BBBDC-F455-4572-BF35-B25E0968203C}" dt="2026-07-06T01:49:26.456" v="17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RIFAT AL MAMUN RUDRO" userId="24b27b9a-aab3-4351-8aca-a88306e0f932" providerId="ADAL" clId="{DB9BBBDC-F455-4572-BF35-B25E0968203C}" dt="2026-07-06T01:49:37.300" v="18" actId="2711"/>
        <pc:sldMkLst>
          <pc:docMk/>
          <pc:sldMk cId="424874041" sldId="257"/>
        </pc:sldMkLst>
        <pc:spChg chg="mod">
          <ac:chgData name="RIFAT AL MAMUN RUDRO" userId="24b27b9a-aab3-4351-8aca-a88306e0f932" providerId="ADAL" clId="{DB9BBBDC-F455-4572-BF35-B25E0968203C}" dt="2026-07-06T01:49:37.300" v="18" actId="2711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07-06T01:49:37.300" v="18" actId="2711"/>
          <ac:spMkLst>
            <pc:docMk/>
            <pc:sldMk cId="424874041" sldId="257"/>
            <ac:spMk id="3" creationId="{00000000-0000-0000-0000-000000000000}"/>
          </ac:spMkLst>
        </pc:spChg>
      </pc:sldChg>
      <pc:sldChg chg="delSp modSp mod">
        <pc:chgData name="RIFAT AL MAMUN RUDRO" userId="24b27b9a-aab3-4351-8aca-a88306e0f932" providerId="ADAL" clId="{DB9BBBDC-F455-4572-BF35-B25E0968203C}" dt="2026-07-06T01:50:02.996" v="23" actId="20577"/>
        <pc:sldMkLst>
          <pc:docMk/>
          <pc:sldMk cId="2134390752" sldId="266"/>
        </pc:sldMkLst>
        <pc:spChg chg="mod">
          <ac:chgData name="RIFAT AL MAMUN RUDRO" userId="24b27b9a-aab3-4351-8aca-a88306e0f932" providerId="ADAL" clId="{DB9BBBDC-F455-4572-BF35-B25E0968203C}" dt="2026-07-06T01:49:46.705" v="19" actId="2711"/>
          <ac:spMkLst>
            <pc:docMk/>
            <pc:sldMk cId="2134390752" sldId="266"/>
            <ac:spMk id="2" creationId="{00000000-0000-0000-0000-000000000000}"/>
          </ac:spMkLst>
        </pc:spChg>
        <pc:spChg chg="del">
          <ac:chgData name="RIFAT AL MAMUN RUDRO" userId="24b27b9a-aab3-4351-8aca-a88306e0f932" providerId="ADAL" clId="{DB9BBBDC-F455-4572-BF35-B25E0968203C}" dt="2026-07-06T01:48:48.703" v="12" actId="478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RIFAT AL MAMUN RUDRO" userId="24b27b9a-aab3-4351-8aca-a88306e0f932" providerId="ADAL" clId="{DB9BBBDC-F455-4572-BF35-B25E0968203C}" dt="2026-07-06T01:50:02.996" v="2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">
        <pc:chgData name="RIFAT AL MAMUN RUDRO" userId="24b27b9a-aab3-4351-8aca-a88306e0f932" providerId="ADAL" clId="{DB9BBBDC-F455-4572-BF35-B25E0968203C}" dt="2026-07-06T01:50:44.159" v="32" actId="1076"/>
        <pc:sldMkLst>
          <pc:docMk/>
          <pc:sldMk cId="3132154582" sldId="267"/>
        </pc:sldMkLst>
        <pc:spChg chg="mod">
          <ac:chgData name="RIFAT AL MAMUN RUDRO" userId="24b27b9a-aab3-4351-8aca-a88306e0f932" providerId="ADAL" clId="{DB9BBBDC-F455-4572-BF35-B25E0968203C}" dt="2026-07-06T01:50:14.919" v="24" actId="2711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07-06T01:50:44.159" v="32" actId="1076"/>
          <ac:spMkLst>
            <pc:docMk/>
            <pc:sldMk cId="3132154582" sldId="267"/>
            <ac:spMk id="4" creationId="{E00A471B-FCB5-3949-B014-0D06C67E41B3}"/>
          </ac:spMkLst>
        </pc:spChg>
        <pc:spChg chg="del mod">
          <ac:chgData name="RIFAT AL MAMUN RUDRO" userId="24b27b9a-aab3-4351-8aca-a88306e0f932" providerId="ADAL" clId="{DB9BBBDC-F455-4572-BF35-B25E0968203C}" dt="2026-07-06T01:50:18.564" v="25" actId="478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RIFAT AL MAMUN RUDRO" userId="24b27b9a-aab3-4351-8aca-a88306e0f932" providerId="ADAL" clId="{DB9BBBDC-F455-4572-BF35-B25E0968203C}" dt="2026-07-06T01:50:22.222" v="26" actId="478"/>
          <ac:spMkLst>
            <pc:docMk/>
            <pc:sldMk cId="3132154582" sldId="267"/>
            <ac:spMk id="6" creationId="{BEA04777-3D83-EA3A-14D8-B87971DDFA85}"/>
          </ac:spMkLst>
        </pc:spChg>
      </pc:sldChg>
      <pc:sldChg chg="modSp mod">
        <pc:chgData name="RIFAT AL MAMUN RUDRO" userId="24b27b9a-aab3-4351-8aca-a88306e0f932" providerId="ADAL" clId="{DB9BBBDC-F455-4572-BF35-B25E0968203C}" dt="2026-07-06T01:51:34.954" v="41" actId="2710"/>
        <pc:sldMkLst>
          <pc:docMk/>
          <pc:sldMk cId="1844210163" sldId="268"/>
        </pc:sldMkLst>
        <pc:spChg chg="mod">
          <ac:chgData name="RIFAT AL MAMUN RUDRO" userId="24b27b9a-aab3-4351-8aca-a88306e0f932" providerId="ADAL" clId="{DB9BBBDC-F455-4572-BF35-B25E0968203C}" dt="2026-07-06T01:50:54.951" v="33" actId="2711"/>
          <ac:spMkLst>
            <pc:docMk/>
            <pc:sldMk cId="1844210163" sldId="268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07-06T01:51:34.954" v="41" actId="2710"/>
          <ac:spMkLst>
            <pc:docMk/>
            <pc:sldMk cId="1844210163" sldId="268"/>
            <ac:spMk id="4" creationId="{E00A471B-FCB5-3949-B014-0D06C67E41B3}"/>
          </ac:spMkLst>
        </pc:spChg>
        <pc:spChg chg="mod">
          <ac:chgData name="RIFAT AL MAMUN RUDRO" userId="24b27b9a-aab3-4351-8aca-a88306e0f932" providerId="ADAL" clId="{DB9BBBDC-F455-4572-BF35-B25E0968203C}" dt="2026-07-06T01:50:54.951" v="33" actId="2711"/>
          <ac:spMkLst>
            <pc:docMk/>
            <pc:sldMk cId="1844210163" sldId="268"/>
            <ac:spMk id="5" creationId="{3322CB79-31E6-2043-9768-6699756B1FD4}"/>
          </ac:spMkLst>
        </pc:spChg>
      </pc:sldChg>
      <pc:sldChg chg="modSp mod">
        <pc:chgData name="RIFAT AL MAMUN RUDRO" userId="24b27b9a-aab3-4351-8aca-a88306e0f932" providerId="ADAL" clId="{DB9BBBDC-F455-4572-BF35-B25E0968203C}" dt="2026-07-06T01:51:47.381" v="42" actId="2711"/>
        <pc:sldMkLst>
          <pc:docMk/>
          <pc:sldMk cId="1083068446" sldId="269"/>
        </pc:sldMkLst>
        <pc:spChg chg="mod">
          <ac:chgData name="RIFAT AL MAMUN RUDRO" userId="24b27b9a-aab3-4351-8aca-a88306e0f932" providerId="ADAL" clId="{DB9BBBDC-F455-4572-BF35-B25E0968203C}" dt="2026-07-06T01:51:47.381" v="42" actId="2711"/>
          <ac:spMkLst>
            <pc:docMk/>
            <pc:sldMk cId="1083068446" sldId="26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07-06T01:51:47.381" v="42" actId="2711"/>
          <ac:spMkLst>
            <pc:docMk/>
            <pc:sldMk cId="1083068446" sldId="269"/>
            <ac:spMk id="4" creationId="{E00A471B-FCB5-3949-B014-0D06C67E41B3}"/>
          </ac:spMkLst>
        </pc:spChg>
        <pc:spChg chg="mod">
          <ac:chgData name="RIFAT AL MAMUN RUDRO" userId="24b27b9a-aab3-4351-8aca-a88306e0f932" providerId="ADAL" clId="{DB9BBBDC-F455-4572-BF35-B25E0968203C}" dt="2026-07-06T01:51:47.381" v="42" actId="2711"/>
          <ac:spMkLst>
            <pc:docMk/>
            <pc:sldMk cId="1083068446" sldId="269"/>
            <ac:spMk id="5" creationId="{3322CB79-31E6-2043-9768-6699756B1F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  <a:ea typeface="Cambria" panose="02040503050406030204" pitchFamily="18" charset="0"/>
              </a:rPr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Calisto MT" panose="02040603050505030304" pitchFamily="18" charset="0"/>
                <a:ea typeface="Cambria" panose="02040503050406030204" pitchFamily="18" charset="0"/>
              </a:rPr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Calisto MT" panose="020406030505050303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Calisto MT" panose="020406030505050303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Calisto MT" panose="020406030505050303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7891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3471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015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Summer 25-26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Rifat Al Mamun Rudro &lt;mamun.rudro@aiub.edu&gt;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sto MT" panose="02040603050505030304" pitchFamily="18" charset="0"/>
                <a:ea typeface="Cambria" panose="02040503050406030204" pitchFamily="18" charset="0"/>
              </a:rPr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 to 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3780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JavaScript is a client-side programming language which was designed to add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Interactivity to static HTML pages.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JavaScript is a scripting Language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scripting language is lightweight programming language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JavaScript is interpreted not compiled (means that script execute without preliminary compilation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JavaScript is also known as ECMASCRIPT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Developed by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Brandan Eich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September 1995.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JavaScript and Java have almost nothing in common.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Usage of JavaScript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29237" y="2312072"/>
            <a:ext cx="7685525" cy="3364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JavaScript usage has now extended to mobile app development, desktop app development, and game development.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Application of JavaScript is also very easy as it is preinstalled in every modern web browsers.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Once you learn about JS it can help you in front-end development as well as back-end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Where to Use</a:t>
            </a:r>
            <a:endParaRPr lang="x-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&lt;/script&gt;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&lt;script type=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 &gt;&lt;/script&gt;.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&lt;body&gt;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&lt;head&gt;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&lt;body&gt;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element improves the display speed, because script interpretation slows down the display.</a:t>
            </a:r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Where to Use</a:t>
            </a:r>
            <a:endParaRPr lang="x-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use external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js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&lt;script&gt;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tag. Where the value of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src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="myScript.js"&gt;&lt;/script&gt;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&lt;head&gt;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&lt;body&gt;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&lt;script&gt;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tag only the JS codes.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x-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/let</a:t>
            </a:r>
            <a:r>
              <a:rPr lang="en-US"/>
              <a:t>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'Jon'";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para1.innerHTML 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943</TotalTime>
  <Words>3030</Words>
  <Application>Microsoft Office PowerPoint</Application>
  <PresentationFormat>On-screen Show (4:3)</PresentationFormat>
  <Paragraphs>361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Calisto MT</vt:lpstr>
      <vt:lpstr>Cambria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 AL MAMUN RUDRO</cp:lastModifiedBy>
  <cp:revision>92</cp:revision>
  <dcterms:created xsi:type="dcterms:W3CDTF">2018-12-10T17:20:29Z</dcterms:created>
  <dcterms:modified xsi:type="dcterms:W3CDTF">2026-07-06T01:51:53Z</dcterms:modified>
</cp:coreProperties>
</file>